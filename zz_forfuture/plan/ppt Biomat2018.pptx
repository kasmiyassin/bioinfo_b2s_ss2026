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1" r:id="rId5"/>
    <p:sldId id="262" r:id="rId6"/>
    <p:sldId id="269" r:id="rId7"/>
    <p:sldId id="264" r:id="rId8"/>
    <p:sldId id="268" r:id="rId9"/>
    <p:sldId id="258" r:id="rId10"/>
    <p:sldId id="265" r:id="rId11"/>
    <p:sldId id="263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5" autoAdjust="0"/>
    <p:restoredTop sz="94660"/>
  </p:normalViewPr>
  <p:slideViewPr>
    <p:cSldViewPr snapToGrid="0">
      <p:cViewPr varScale="1">
        <p:scale>
          <a:sx n="70" d="100"/>
          <a:sy n="70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39B59C-9062-43BA-A02E-E133BCBA84C3}" type="doc">
      <dgm:prSet loTypeId="urn:microsoft.com/office/officeart/2008/layout/HalfCircleOrganizationChart" loCatId="hierarchy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CB0B799-BFB5-4D6B-BA60-2B2F28576943}">
      <dgm:prSet phldrT="[Texte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Methylation Analysis</a:t>
          </a:r>
        </a:p>
      </dgm:t>
    </dgm:pt>
    <dgm:pt modelId="{0CD247DF-6D8E-47CB-A981-C81CA9B449F7}" type="parTrans" cxnId="{1EA59A3E-E40F-42CE-90B0-ABBD811E7EA2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4BD661-1C0D-4C22-8B3B-CF24121F4845}" type="sibTrans" cxnId="{1EA59A3E-E40F-42CE-90B0-ABBD811E7EA2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6856309-1803-48A3-AA3F-B8D779135CA1}">
      <dgm:prSet phldrT="[Texte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Whole genome </a:t>
          </a:r>
        </a:p>
      </dgm:t>
    </dgm:pt>
    <dgm:pt modelId="{9A3C059A-451A-44F9-9460-1B652EC5A4D7}" type="parTrans" cxnId="{70902D03-9726-41DA-B53E-70CC26D90D0C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AC975FF-AE3E-4C15-8242-DF4EB6005B56}" type="sibTrans" cxnId="{70902D03-9726-41DA-B53E-70CC26D90D0C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EAF8A9D-F41F-4B62-AAF6-604ADCA6A38A}">
      <dgm:prSet phldrT="[Texte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Profiling </a:t>
          </a:r>
        </a:p>
      </dgm:t>
    </dgm:pt>
    <dgm:pt modelId="{39736840-0292-4D4A-8526-AB8C3A43CA0C}" type="parTrans" cxnId="{1483DEEE-02DD-47BC-8051-1BBA737D00F1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F61A699-4703-4DDF-9342-931466161E12}" type="sibTrans" cxnId="{1483DEEE-02DD-47BC-8051-1BBA737D00F1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1C3464-A51E-4B62-8CFC-945779B019C6}">
      <dgm:prSet phldrT="[Texte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Predictive Model</a:t>
          </a:r>
        </a:p>
      </dgm:t>
    </dgm:pt>
    <dgm:pt modelId="{8D022D27-83D6-425F-BC0E-4C5AC3D271F7}" type="parTrans" cxnId="{F52B31F2-AFB5-465E-BD28-07C63A58D119}">
      <dgm:prSet/>
      <dgm:spPr/>
      <dgm:t>
        <a:bodyPr/>
        <a:lstStyle/>
        <a:p>
          <a:endParaRPr lang="en-US" sz="1800"/>
        </a:p>
      </dgm:t>
    </dgm:pt>
    <dgm:pt modelId="{0ABF4989-3885-437D-9343-424A756999EF}" type="sibTrans" cxnId="{F52B31F2-AFB5-465E-BD28-07C63A58D119}">
      <dgm:prSet/>
      <dgm:spPr/>
      <dgm:t>
        <a:bodyPr/>
        <a:lstStyle/>
        <a:p>
          <a:endParaRPr lang="en-US" sz="1800"/>
        </a:p>
      </dgm:t>
    </dgm:pt>
    <dgm:pt modelId="{C83D6796-35F4-4DBD-931E-411E4004758B}">
      <dgm:prSet phldrT="[Texte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NGS</a:t>
          </a:r>
        </a:p>
      </dgm:t>
    </dgm:pt>
    <dgm:pt modelId="{AB003866-0584-4C42-8AAF-79E0A66C7B27}" type="parTrans" cxnId="{FCBA8C84-BDC6-4D7F-951B-4C83546BDB4B}">
      <dgm:prSet/>
      <dgm:spPr/>
      <dgm:t>
        <a:bodyPr/>
        <a:lstStyle/>
        <a:p>
          <a:endParaRPr lang="en-US"/>
        </a:p>
      </dgm:t>
    </dgm:pt>
    <dgm:pt modelId="{4E3029C8-120F-44AE-A3FC-A7D1A0CAB9E9}" type="sibTrans" cxnId="{FCBA8C84-BDC6-4D7F-951B-4C83546BDB4B}">
      <dgm:prSet/>
      <dgm:spPr/>
      <dgm:t>
        <a:bodyPr/>
        <a:lstStyle/>
        <a:p>
          <a:endParaRPr lang="en-US"/>
        </a:p>
      </dgm:t>
    </dgm:pt>
    <dgm:pt modelId="{B4E8A591-67F5-4771-ADC1-284ADD36DD29}">
      <dgm:prSet phldrT="[Texte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BS</a:t>
          </a:r>
        </a:p>
      </dgm:t>
    </dgm:pt>
    <dgm:pt modelId="{3F0B0AF5-6CF4-4A00-80D2-D6C1E1EBFF84}" type="parTrans" cxnId="{732C03B5-DD6A-42C6-ABDE-CE5982BBCB5D}">
      <dgm:prSet/>
      <dgm:spPr/>
      <dgm:t>
        <a:bodyPr/>
        <a:lstStyle/>
        <a:p>
          <a:endParaRPr lang="en-US"/>
        </a:p>
      </dgm:t>
    </dgm:pt>
    <dgm:pt modelId="{37556B7E-D0FB-408D-BF77-3A141DBD5EE1}" type="sibTrans" cxnId="{732C03B5-DD6A-42C6-ABDE-CE5982BBCB5D}">
      <dgm:prSet/>
      <dgm:spPr/>
      <dgm:t>
        <a:bodyPr/>
        <a:lstStyle/>
        <a:p>
          <a:endParaRPr lang="en-US"/>
        </a:p>
      </dgm:t>
    </dgm:pt>
    <dgm:pt modelId="{3A236617-E729-47FE-B61A-F94EE1AFB9FE}" type="pres">
      <dgm:prSet presAssocID="{3F39B59C-9062-43BA-A02E-E133BCBA84C3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8CCC353-CFC8-4BAD-9EF4-43FB4BA1AA8B}" type="pres">
      <dgm:prSet presAssocID="{DCB0B799-BFB5-4D6B-BA60-2B2F28576943}" presName="hierRoot1" presStyleCnt="0">
        <dgm:presLayoutVars>
          <dgm:hierBranch val="init"/>
        </dgm:presLayoutVars>
      </dgm:prSet>
      <dgm:spPr/>
    </dgm:pt>
    <dgm:pt modelId="{05732483-230F-40A2-B7AE-CDE6BE7A56E5}" type="pres">
      <dgm:prSet presAssocID="{DCB0B799-BFB5-4D6B-BA60-2B2F28576943}" presName="rootComposite1" presStyleCnt="0"/>
      <dgm:spPr/>
    </dgm:pt>
    <dgm:pt modelId="{B2057D43-5FF8-4C5F-A68C-E6F86BBFC30E}" type="pres">
      <dgm:prSet presAssocID="{DCB0B799-BFB5-4D6B-BA60-2B2F28576943}" presName="rootText1" presStyleLbl="alignAcc1" presStyleIdx="0" presStyleCnt="0">
        <dgm:presLayoutVars>
          <dgm:chPref val="3"/>
        </dgm:presLayoutVars>
      </dgm:prSet>
      <dgm:spPr/>
    </dgm:pt>
    <dgm:pt modelId="{1DD122C7-3A71-417A-9C4D-5B0CCCD4C370}" type="pres">
      <dgm:prSet presAssocID="{DCB0B799-BFB5-4D6B-BA60-2B2F28576943}" presName="topArc1" presStyleLbl="parChTrans1D1" presStyleIdx="0" presStyleCnt="12"/>
      <dgm:spPr/>
    </dgm:pt>
    <dgm:pt modelId="{AF10D3E6-6604-4B95-962B-59292B2CB786}" type="pres">
      <dgm:prSet presAssocID="{DCB0B799-BFB5-4D6B-BA60-2B2F28576943}" presName="bottomArc1" presStyleLbl="parChTrans1D1" presStyleIdx="1" presStyleCnt="12"/>
      <dgm:spPr/>
    </dgm:pt>
    <dgm:pt modelId="{52E6F2DE-EB5F-46EC-B7D7-E6C6CF3880B3}" type="pres">
      <dgm:prSet presAssocID="{DCB0B799-BFB5-4D6B-BA60-2B2F28576943}" presName="topConnNode1" presStyleLbl="node1" presStyleIdx="0" presStyleCnt="0"/>
      <dgm:spPr/>
    </dgm:pt>
    <dgm:pt modelId="{C86F12A0-9288-48C8-95A3-B22438C7FD38}" type="pres">
      <dgm:prSet presAssocID="{DCB0B799-BFB5-4D6B-BA60-2B2F28576943}" presName="hierChild2" presStyleCnt="0"/>
      <dgm:spPr/>
    </dgm:pt>
    <dgm:pt modelId="{9D76DB5F-C815-45F4-9EAB-6CA0C0898F18}" type="pres">
      <dgm:prSet presAssocID="{9A3C059A-451A-44F9-9460-1B652EC5A4D7}" presName="Name28" presStyleLbl="parChTrans1D2" presStyleIdx="0" presStyleCnt="2"/>
      <dgm:spPr/>
    </dgm:pt>
    <dgm:pt modelId="{5E6DA482-3240-4271-AB11-BFDB99BCC402}" type="pres">
      <dgm:prSet presAssocID="{A6856309-1803-48A3-AA3F-B8D779135CA1}" presName="hierRoot2" presStyleCnt="0">
        <dgm:presLayoutVars>
          <dgm:hierBranch val="init"/>
        </dgm:presLayoutVars>
      </dgm:prSet>
      <dgm:spPr/>
    </dgm:pt>
    <dgm:pt modelId="{85EFAF29-7A19-4BE8-90F6-DECBBB094D14}" type="pres">
      <dgm:prSet presAssocID="{A6856309-1803-48A3-AA3F-B8D779135CA1}" presName="rootComposite2" presStyleCnt="0"/>
      <dgm:spPr/>
    </dgm:pt>
    <dgm:pt modelId="{50398E50-8386-4B7C-9FA8-AD44807A7A01}" type="pres">
      <dgm:prSet presAssocID="{A6856309-1803-48A3-AA3F-B8D779135CA1}" presName="rootText2" presStyleLbl="alignAcc1" presStyleIdx="0" presStyleCnt="0" custLinFactNeighborX="-20639">
        <dgm:presLayoutVars>
          <dgm:chPref val="3"/>
        </dgm:presLayoutVars>
      </dgm:prSet>
      <dgm:spPr/>
    </dgm:pt>
    <dgm:pt modelId="{0D7623D0-36A0-4F26-A081-D30D3DB3FB13}" type="pres">
      <dgm:prSet presAssocID="{A6856309-1803-48A3-AA3F-B8D779135CA1}" presName="topArc2" presStyleLbl="parChTrans1D1" presStyleIdx="2" presStyleCnt="12"/>
      <dgm:spPr/>
    </dgm:pt>
    <dgm:pt modelId="{6B2F2E3E-7CC3-4B51-AA21-E7481E5CF4D2}" type="pres">
      <dgm:prSet presAssocID="{A6856309-1803-48A3-AA3F-B8D779135CA1}" presName="bottomArc2" presStyleLbl="parChTrans1D1" presStyleIdx="3" presStyleCnt="12"/>
      <dgm:spPr/>
    </dgm:pt>
    <dgm:pt modelId="{C19FB4D1-5598-4012-887F-6EF1DB2FF6E6}" type="pres">
      <dgm:prSet presAssocID="{A6856309-1803-48A3-AA3F-B8D779135CA1}" presName="topConnNode2" presStyleLbl="node2" presStyleIdx="0" presStyleCnt="0"/>
      <dgm:spPr/>
    </dgm:pt>
    <dgm:pt modelId="{DE2E6A9F-AEA3-4AA4-B467-73287832B015}" type="pres">
      <dgm:prSet presAssocID="{A6856309-1803-48A3-AA3F-B8D779135CA1}" presName="hierChild4" presStyleCnt="0"/>
      <dgm:spPr/>
    </dgm:pt>
    <dgm:pt modelId="{D3317455-3EF4-4216-87DC-380FB11B4E16}" type="pres">
      <dgm:prSet presAssocID="{8D022D27-83D6-425F-BC0E-4C5AC3D271F7}" presName="Name28" presStyleLbl="parChTrans1D3" presStyleIdx="0" presStyleCnt="3"/>
      <dgm:spPr/>
    </dgm:pt>
    <dgm:pt modelId="{ED70476A-9D17-4DC9-9EC3-5B8943B4C697}" type="pres">
      <dgm:prSet presAssocID="{EA1C3464-A51E-4B62-8CFC-945779B019C6}" presName="hierRoot2" presStyleCnt="0">
        <dgm:presLayoutVars>
          <dgm:hierBranch val="init"/>
        </dgm:presLayoutVars>
      </dgm:prSet>
      <dgm:spPr/>
    </dgm:pt>
    <dgm:pt modelId="{95CA5030-5D7D-42B6-ACB4-5F8AE12B9A3D}" type="pres">
      <dgm:prSet presAssocID="{EA1C3464-A51E-4B62-8CFC-945779B019C6}" presName="rootComposite2" presStyleCnt="0"/>
      <dgm:spPr/>
    </dgm:pt>
    <dgm:pt modelId="{47809F2F-C6A0-4FE5-BF57-F642C5E10C7B}" type="pres">
      <dgm:prSet presAssocID="{EA1C3464-A51E-4B62-8CFC-945779B019C6}" presName="rootText2" presStyleLbl="alignAcc1" presStyleIdx="0" presStyleCnt="0" custLinFactX="-50882" custLinFactNeighborX="-100000" custLinFactNeighborY="8568">
        <dgm:presLayoutVars>
          <dgm:chPref val="3"/>
        </dgm:presLayoutVars>
      </dgm:prSet>
      <dgm:spPr/>
    </dgm:pt>
    <dgm:pt modelId="{298CC250-56A8-44AC-9BDD-5691B0C84825}" type="pres">
      <dgm:prSet presAssocID="{EA1C3464-A51E-4B62-8CFC-945779B019C6}" presName="topArc2" presStyleLbl="parChTrans1D1" presStyleIdx="4" presStyleCnt="12"/>
      <dgm:spPr/>
    </dgm:pt>
    <dgm:pt modelId="{5498B04F-A43D-4B7F-9BC8-D347CDA58480}" type="pres">
      <dgm:prSet presAssocID="{EA1C3464-A51E-4B62-8CFC-945779B019C6}" presName="bottomArc2" presStyleLbl="parChTrans1D1" presStyleIdx="5" presStyleCnt="12"/>
      <dgm:spPr/>
    </dgm:pt>
    <dgm:pt modelId="{09F40F1B-C5E6-4322-B191-431FD2F050CA}" type="pres">
      <dgm:prSet presAssocID="{EA1C3464-A51E-4B62-8CFC-945779B019C6}" presName="topConnNode2" presStyleLbl="node3" presStyleIdx="0" presStyleCnt="0"/>
      <dgm:spPr/>
    </dgm:pt>
    <dgm:pt modelId="{E2DEFB69-7306-4F63-A238-A6BAE7B4F2A8}" type="pres">
      <dgm:prSet presAssocID="{EA1C3464-A51E-4B62-8CFC-945779B019C6}" presName="hierChild4" presStyleCnt="0"/>
      <dgm:spPr/>
    </dgm:pt>
    <dgm:pt modelId="{D9CCF82B-E6AD-4D08-B0DD-3287F9FEF80D}" type="pres">
      <dgm:prSet presAssocID="{EA1C3464-A51E-4B62-8CFC-945779B019C6}" presName="hierChild5" presStyleCnt="0"/>
      <dgm:spPr/>
    </dgm:pt>
    <dgm:pt modelId="{A21E223C-2B86-4598-A709-45E9F4C4734D}" type="pres">
      <dgm:prSet presAssocID="{A6856309-1803-48A3-AA3F-B8D779135CA1}" presName="hierChild5" presStyleCnt="0"/>
      <dgm:spPr/>
    </dgm:pt>
    <dgm:pt modelId="{32487D9F-EE4D-4D57-9B40-7D4FDE8D23E1}" type="pres">
      <dgm:prSet presAssocID="{39736840-0292-4D4A-8526-AB8C3A43CA0C}" presName="Name28" presStyleLbl="parChTrans1D2" presStyleIdx="1" presStyleCnt="2"/>
      <dgm:spPr/>
    </dgm:pt>
    <dgm:pt modelId="{5A11E3EA-25C1-4A66-B174-A3CED689E502}" type="pres">
      <dgm:prSet presAssocID="{7EAF8A9D-F41F-4B62-AAF6-604ADCA6A38A}" presName="hierRoot2" presStyleCnt="0">
        <dgm:presLayoutVars>
          <dgm:hierBranch val="init"/>
        </dgm:presLayoutVars>
      </dgm:prSet>
      <dgm:spPr/>
    </dgm:pt>
    <dgm:pt modelId="{5AE6E5E0-16DF-428B-9430-CD7056420E06}" type="pres">
      <dgm:prSet presAssocID="{7EAF8A9D-F41F-4B62-AAF6-604ADCA6A38A}" presName="rootComposite2" presStyleCnt="0"/>
      <dgm:spPr/>
    </dgm:pt>
    <dgm:pt modelId="{BFB20DEC-DC37-4C0E-9BD3-7F7734753367}" type="pres">
      <dgm:prSet presAssocID="{7EAF8A9D-F41F-4B62-AAF6-604ADCA6A38A}" presName="rootText2" presStyleLbl="alignAcc1" presStyleIdx="0" presStyleCnt="0" custLinFactNeighborX="17822" custLinFactNeighborY="0">
        <dgm:presLayoutVars>
          <dgm:chPref val="3"/>
        </dgm:presLayoutVars>
      </dgm:prSet>
      <dgm:spPr/>
    </dgm:pt>
    <dgm:pt modelId="{39ECCAC0-37BC-4B78-959C-7F640B73CCF0}" type="pres">
      <dgm:prSet presAssocID="{7EAF8A9D-F41F-4B62-AAF6-604ADCA6A38A}" presName="topArc2" presStyleLbl="parChTrans1D1" presStyleIdx="6" presStyleCnt="12"/>
      <dgm:spPr/>
    </dgm:pt>
    <dgm:pt modelId="{3C9EEA28-BFC4-42A4-B141-604851841D3A}" type="pres">
      <dgm:prSet presAssocID="{7EAF8A9D-F41F-4B62-AAF6-604ADCA6A38A}" presName="bottomArc2" presStyleLbl="parChTrans1D1" presStyleIdx="7" presStyleCnt="12"/>
      <dgm:spPr/>
    </dgm:pt>
    <dgm:pt modelId="{E21ED026-1444-4E13-B0DF-DCFF81A10E31}" type="pres">
      <dgm:prSet presAssocID="{7EAF8A9D-F41F-4B62-AAF6-604ADCA6A38A}" presName="topConnNode2" presStyleLbl="node2" presStyleIdx="0" presStyleCnt="0"/>
      <dgm:spPr/>
    </dgm:pt>
    <dgm:pt modelId="{86E1EDCC-7ED5-4FEC-96B5-4E63CA114505}" type="pres">
      <dgm:prSet presAssocID="{7EAF8A9D-F41F-4B62-AAF6-604ADCA6A38A}" presName="hierChild4" presStyleCnt="0"/>
      <dgm:spPr/>
    </dgm:pt>
    <dgm:pt modelId="{E783276B-72B1-410F-A4E4-08A52206C712}" type="pres">
      <dgm:prSet presAssocID="{AB003866-0584-4C42-8AAF-79E0A66C7B27}" presName="Name28" presStyleLbl="parChTrans1D3" presStyleIdx="1" presStyleCnt="3"/>
      <dgm:spPr/>
    </dgm:pt>
    <dgm:pt modelId="{16BF0E1B-73B3-4F59-A476-CE6F02C82BF5}" type="pres">
      <dgm:prSet presAssocID="{C83D6796-35F4-4DBD-931E-411E4004758B}" presName="hierRoot2" presStyleCnt="0">
        <dgm:presLayoutVars>
          <dgm:hierBranch val="init"/>
        </dgm:presLayoutVars>
      </dgm:prSet>
      <dgm:spPr/>
    </dgm:pt>
    <dgm:pt modelId="{25D24B58-CA56-404D-B61C-2AA7E9A9F274}" type="pres">
      <dgm:prSet presAssocID="{C83D6796-35F4-4DBD-931E-411E4004758B}" presName="rootComposite2" presStyleCnt="0"/>
      <dgm:spPr/>
    </dgm:pt>
    <dgm:pt modelId="{EECDCF52-E6F4-4C1C-8FF4-37BF4063469D}" type="pres">
      <dgm:prSet presAssocID="{C83D6796-35F4-4DBD-931E-411E4004758B}" presName="rootText2" presStyleLbl="alignAcc1" presStyleIdx="0" presStyleCnt="0" custLinFactNeighborX="10282" custLinFactNeighborY="7712">
        <dgm:presLayoutVars>
          <dgm:chPref val="3"/>
        </dgm:presLayoutVars>
      </dgm:prSet>
      <dgm:spPr/>
    </dgm:pt>
    <dgm:pt modelId="{49AAB08E-EDC4-4BEF-B64B-25272BF0719F}" type="pres">
      <dgm:prSet presAssocID="{C83D6796-35F4-4DBD-931E-411E4004758B}" presName="topArc2" presStyleLbl="parChTrans1D1" presStyleIdx="8" presStyleCnt="12"/>
      <dgm:spPr/>
    </dgm:pt>
    <dgm:pt modelId="{776E57D9-8CA7-4A85-BDD0-52A1597B04EB}" type="pres">
      <dgm:prSet presAssocID="{C83D6796-35F4-4DBD-931E-411E4004758B}" presName="bottomArc2" presStyleLbl="parChTrans1D1" presStyleIdx="9" presStyleCnt="12"/>
      <dgm:spPr/>
    </dgm:pt>
    <dgm:pt modelId="{0195D0E6-595B-404E-9B78-ED5D3571024C}" type="pres">
      <dgm:prSet presAssocID="{C83D6796-35F4-4DBD-931E-411E4004758B}" presName="topConnNode2" presStyleLbl="node3" presStyleIdx="0" presStyleCnt="0"/>
      <dgm:spPr/>
    </dgm:pt>
    <dgm:pt modelId="{5280DA94-8369-4610-B1F6-2C69E83733D8}" type="pres">
      <dgm:prSet presAssocID="{C83D6796-35F4-4DBD-931E-411E4004758B}" presName="hierChild4" presStyleCnt="0"/>
      <dgm:spPr/>
    </dgm:pt>
    <dgm:pt modelId="{26AAB12E-F19C-4F6A-85F2-B0AFDE55AEFE}" type="pres">
      <dgm:prSet presAssocID="{C83D6796-35F4-4DBD-931E-411E4004758B}" presName="hierChild5" presStyleCnt="0"/>
      <dgm:spPr/>
    </dgm:pt>
    <dgm:pt modelId="{5B310C8E-832F-4F07-B9A1-2E336B478FE6}" type="pres">
      <dgm:prSet presAssocID="{3F0B0AF5-6CF4-4A00-80D2-D6C1E1EBFF84}" presName="Name28" presStyleLbl="parChTrans1D3" presStyleIdx="2" presStyleCnt="3"/>
      <dgm:spPr/>
    </dgm:pt>
    <dgm:pt modelId="{DB727505-3F97-4408-8D05-48627A74FE2D}" type="pres">
      <dgm:prSet presAssocID="{B4E8A591-67F5-4771-ADC1-284ADD36DD29}" presName="hierRoot2" presStyleCnt="0">
        <dgm:presLayoutVars>
          <dgm:hierBranch val="init"/>
        </dgm:presLayoutVars>
      </dgm:prSet>
      <dgm:spPr/>
    </dgm:pt>
    <dgm:pt modelId="{AA8DE010-59ED-4B86-87F7-F90A2AB5B059}" type="pres">
      <dgm:prSet presAssocID="{B4E8A591-67F5-4771-ADC1-284ADD36DD29}" presName="rootComposite2" presStyleCnt="0"/>
      <dgm:spPr/>
    </dgm:pt>
    <dgm:pt modelId="{4434F913-2559-40B0-8A96-DB8B37478004}" type="pres">
      <dgm:prSet presAssocID="{B4E8A591-67F5-4771-ADC1-284ADD36DD29}" presName="rootText2" presStyleLbl="alignAcc1" presStyleIdx="0" presStyleCnt="0">
        <dgm:presLayoutVars>
          <dgm:chPref val="3"/>
        </dgm:presLayoutVars>
      </dgm:prSet>
      <dgm:spPr/>
    </dgm:pt>
    <dgm:pt modelId="{4C2824C8-C3BC-45F1-9AF2-65394F26BCC0}" type="pres">
      <dgm:prSet presAssocID="{B4E8A591-67F5-4771-ADC1-284ADD36DD29}" presName="topArc2" presStyleLbl="parChTrans1D1" presStyleIdx="10" presStyleCnt="12"/>
      <dgm:spPr/>
    </dgm:pt>
    <dgm:pt modelId="{7BDC2FEF-1363-4406-A22B-AB8151C0A248}" type="pres">
      <dgm:prSet presAssocID="{B4E8A591-67F5-4771-ADC1-284ADD36DD29}" presName="bottomArc2" presStyleLbl="parChTrans1D1" presStyleIdx="11" presStyleCnt="12"/>
      <dgm:spPr/>
    </dgm:pt>
    <dgm:pt modelId="{E44143FD-469A-4E6A-A48C-E1F6CA09D46A}" type="pres">
      <dgm:prSet presAssocID="{B4E8A591-67F5-4771-ADC1-284ADD36DD29}" presName="topConnNode2" presStyleLbl="node3" presStyleIdx="0" presStyleCnt="0"/>
      <dgm:spPr/>
    </dgm:pt>
    <dgm:pt modelId="{D667244A-CBDC-4F78-8DC1-978570C901E3}" type="pres">
      <dgm:prSet presAssocID="{B4E8A591-67F5-4771-ADC1-284ADD36DD29}" presName="hierChild4" presStyleCnt="0"/>
      <dgm:spPr/>
    </dgm:pt>
    <dgm:pt modelId="{9FA04640-08F2-4B9A-8EA1-800D6CF1028D}" type="pres">
      <dgm:prSet presAssocID="{B4E8A591-67F5-4771-ADC1-284ADD36DD29}" presName="hierChild5" presStyleCnt="0"/>
      <dgm:spPr/>
    </dgm:pt>
    <dgm:pt modelId="{117F8A4F-C990-4B9E-93D2-CEFFE1EFA96B}" type="pres">
      <dgm:prSet presAssocID="{7EAF8A9D-F41F-4B62-AAF6-604ADCA6A38A}" presName="hierChild5" presStyleCnt="0"/>
      <dgm:spPr/>
    </dgm:pt>
    <dgm:pt modelId="{229967F0-1170-4D3B-B5C6-4FB45F4A2338}" type="pres">
      <dgm:prSet presAssocID="{DCB0B799-BFB5-4D6B-BA60-2B2F28576943}" presName="hierChild3" presStyleCnt="0"/>
      <dgm:spPr/>
    </dgm:pt>
  </dgm:ptLst>
  <dgm:cxnLst>
    <dgm:cxn modelId="{70902D03-9726-41DA-B53E-70CC26D90D0C}" srcId="{DCB0B799-BFB5-4D6B-BA60-2B2F28576943}" destId="{A6856309-1803-48A3-AA3F-B8D779135CA1}" srcOrd="0" destOrd="0" parTransId="{9A3C059A-451A-44F9-9460-1B652EC5A4D7}" sibTransId="{6AC975FF-AE3E-4C15-8242-DF4EB6005B56}"/>
    <dgm:cxn modelId="{1CAA4303-B9BE-4C20-8365-96FF64D749B4}" type="presOf" srcId="{7EAF8A9D-F41F-4B62-AAF6-604ADCA6A38A}" destId="{BFB20DEC-DC37-4C0E-9BD3-7F7734753367}" srcOrd="0" destOrd="0" presId="urn:microsoft.com/office/officeart/2008/layout/HalfCircleOrganizationChart"/>
    <dgm:cxn modelId="{89B9D508-8569-4FDD-A188-822889FD553E}" type="presOf" srcId="{DCB0B799-BFB5-4D6B-BA60-2B2F28576943}" destId="{52E6F2DE-EB5F-46EC-B7D7-E6C6CF3880B3}" srcOrd="1" destOrd="0" presId="urn:microsoft.com/office/officeart/2008/layout/HalfCircleOrganizationChart"/>
    <dgm:cxn modelId="{CB9BED1B-4727-4DE3-9C1B-88A612DA2ED2}" type="presOf" srcId="{B4E8A591-67F5-4771-ADC1-284ADD36DD29}" destId="{E44143FD-469A-4E6A-A48C-E1F6CA09D46A}" srcOrd="1" destOrd="0" presId="urn:microsoft.com/office/officeart/2008/layout/HalfCircleOrganizationChart"/>
    <dgm:cxn modelId="{BC6DC834-244A-48CA-8C35-1170E11E4358}" type="presOf" srcId="{3F39B59C-9062-43BA-A02E-E133BCBA84C3}" destId="{3A236617-E729-47FE-B61A-F94EE1AFB9FE}" srcOrd="0" destOrd="0" presId="urn:microsoft.com/office/officeart/2008/layout/HalfCircleOrganizationChart"/>
    <dgm:cxn modelId="{1EA59A3E-E40F-42CE-90B0-ABBD811E7EA2}" srcId="{3F39B59C-9062-43BA-A02E-E133BCBA84C3}" destId="{DCB0B799-BFB5-4D6B-BA60-2B2F28576943}" srcOrd="0" destOrd="0" parTransId="{0CD247DF-6D8E-47CB-A981-C81CA9B449F7}" sibTransId="{1F4BD661-1C0D-4C22-8B3B-CF24121F4845}"/>
    <dgm:cxn modelId="{31D0705C-F6B7-4994-8D4D-66250F3E888E}" type="presOf" srcId="{9A3C059A-451A-44F9-9460-1B652EC5A4D7}" destId="{9D76DB5F-C815-45F4-9EAB-6CA0C0898F18}" srcOrd="0" destOrd="0" presId="urn:microsoft.com/office/officeart/2008/layout/HalfCircleOrganizationChart"/>
    <dgm:cxn modelId="{1B6EBA41-D9B3-4EC6-894D-59E16B20982C}" type="presOf" srcId="{7EAF8A9D-F41F-4B62-AAF6-604ADCA6A38A}" destId="{E21ED026-1444-4E13-B0DF-DCFF81A10E31}" srcOrd="1" destOrd="0" presId="urn:microsoft.com/office/officeart/2008/layout/HalfCircleOrganizationChart"/>
    <dgm:cxn modelId="{D0086A45-67DC-476C-A15F-C531A7919682}" type="presOf" srcId="{39736840-0292-4D4A-8526-AB8C3A43CA0C}" destId="{32487D9F-EE4D-4D57-9B40-7D4FDE8D23E1}" srcOrd="0" destOrd="0" presId="urn:microsoft.com/office/officeart/2008/layout/HalfCircleOrganizationChart"/>
    <dgm:cxn modelId="{8655FA4D-EB30-4C29-85A0-F10805F37155}" type="presOf" srcId="{C83D6796-35F4-4DBD-931E-411E4004758B}" destId="{0195D0E6-595B-404E-9B78-ED5D3571024C}" srcOrd="1" destOrd="0" presId="urn:microsoft.com/office/officeart/2008/layout/HalfCircleOrganizationChart"/>
    <dgm:cxn modelId="{3C505272-4373-46C3-99BA-AA92F2D7E86F}" type="presOf" srcId="{C83D6796-35F4-4DBD-931E-411E4004758B}" destId="{EECDCF52-E6F4-4C1C-8FF4-37BF4063469D}" srcOrd="0" destOrd="0" presId="urn:microsoft.com/office/officeart/2008/layout/HalfCircleOrganizationChart"/>
    <dgm:cxn modelId="{01660454-5F70-46A1-AC1C-37923E2DF611}" type="presOf" srcId="{EA1C3464-A51E-4B62-8CFC-945779B019C6}" destId="{47809F2F-C6A0-4FE5-BF57-F642C5E10C7B}" srcOrd="0" destOrd="0" presId="urn:microsoft.com/office/officeart/2008/layout/HalfCircleOrganizationChart"/>
    <dgm:cxn modelId="{FCBA8C84-BDC6-4D7F-951B-4C83546BDB4B}" srcId="{7EAF8A9D-F41F-4B62-AAF6-604ADCA6A38A}" destId="{C83D6796-35F4-4DBD-931E-411E4004758B}" srcOrd="0" destOrd="0" parTransId="{AB003866-0584-4C42-8AAF-79E0A66C7B27}" sibTransId="{4E3029C8-120F-44AE-A3FC-A7D1A0CAB9E9}"/>
    <dgm:cxn modelId="{3C748EA1-CA3F-49E9-A58B-9A2B5D2DE4B4}" type="presOf" srcId="{B4E8A591-67F5-4771-ADC1-284ADD36DD29}" destId="{4434F913-2559-40B0-8A96-DB8B37478004}" srcOrd="0" destOrd="0" presId="urn:microsoft.com/office/officeart/2008/layout/HalfCircleOrganizationChart"/>
    <dgm:cxn modelId="{90DDE5A7-B639-44FB-83F7-0B4BC4CCE181}" type="presOf" srcId="{8D022D27-83D6-425F-BC0E-4C5AC3D271F7}" destId="{D3317455-3EF4-4216-87DC-380FB11B4E16}" srcOrd="0" destOrd="0" presId="urn:microsoft.com/office/officeart/2008/layout/HalfCircleOrganizationChart"/>
    <dgm:cxn modelId="{CB4998AF-F8AD-4F59-B616-9CFDFDA0C1D9}" type="presOf" srcId="{AB003866-0584-4C42-8AAF-79E0A66C7B27}" destId="{E783276B-72B1-410F-A4E4-08A52206C712}" srcOrd="0" destOrd="0" presId="urn:microsoft.com/office/officeart/2008/layout/HalfCircleOrganizationChart"/>
    <dgm:cxn modelId="{A46C92B2-6907-4053-9836-1FAF4E2853A8}" type="presOf" srcId="{EA1C3464-A51E-4B62-8CFC-945779B019C6}" destId="{09F40F1B-C5E6-4322-B191-431FD2F050CA}" srcOrd="1" destOrd="0" presId="urn:microsoft.com/office/officeart/2008/layout/HalfCircleOrganizationChart"/>
    <dgm:cxn modelId="{732C03B5-DD6A-42C6-ABDE-CE5982BBCB5D}" srcId="{7EAF8A9D-F41F-4B62-AAF6-604ADCA6A38A}" destId="{B4E8A591-67F5-4771-ADC1-284ADD36DD29}" srcOrd="1" destOrd="0" parTransId="{3F0B0AF5-6CF4-4A00-80D2-D6C1E1EBFF84}" sibTransId="{37556B7E-D0FB-408D-BF77-3A141DBD5EE1}"/>
    <dgm:cxn modelId="{CE1B4DBD-0E59-461C-BF48-03E09CAD45E3}" type="presOf" srcId="{A6856309-1803-48A3-AA3F-B8D779135CA1}" destId="{C19FB4D1-5598-4012-887F-6EF1DB2FF6E6}" srcOrd="1" destOrd="0" presId="urn:microsoft.com/office/officeart/2008/layout/HalfCircleOrganizationChart"/>
    <dgm:cxn modelId="{3B9A7EE9-9401-42B9-826F-462A0BD20DE8}" type="presOf" srcId="{3F0B0AF5-6CF4-4A00-80D2-D6C1E1EBFF84}" destId="{5B310C8E-832F-4F07-B9A1-2E336B478FE6}" srcOrd="0" destOrd="0" presId="urn:microsoft.com/office/officeart/2008/layout/HalfCircleOrganizationChart"/>
    <dgm:cxn modelId="{36DFBEEE-4CE5-4BA3-9D34-091FF19AD2A0}" type="presOf" srcId="{DCB0B799-BFB5-4D6B-BA60-2B2F28576943}" destId="{B2057D43-5FF8-4C5F-A68C-E6F86BBFC30E}" srcOrd="0" destOrd="0" presId="urn:microsoft.com/office/officeart/2008/layout/HalfCircleOrganizationChart"/>
    <dgm:cxn modelId="{1483DEEE-02DD-47BC-8051-1BBA737D00F1}" srcId="{DCB0B799-BFB5-4D6B-BA60-2B2F28576943}" destId="{7EAF8A9D-F41F-4B62-AAF6-604ADCA6A38A}" srcOrd="1" destOrd="0" parTransId="{39736840-0292-4D4A-8526-AB8C3A43CA0C}" sibTransId="{2F61A699-4703-4DDF-9342-931466161E12}"/>
    <dgm:cxn modelId="{F52B31F2-AFB5-465E-BD28-07C63A58D119}" srcId="{A6856309-1803-48A3-AA3F-B8D779135CA1}" destId="{EA1C3464-A51E-4B62-8CFC-945779B019C6}" srcOrd="0" destOrd="0" parTransId="{8D022D27-83D6-425F-BC0E-4C5AC3D271F7}" sibTransId="{0ABF4989-3885-437D-9343-424A756999EF}"/>
    <dgm:cxn modelId="{85623FF9-EC30-4C82-8725-D28B851E47C6}" type="presOf" srcId="{A6856309-1803-48A3-AA3F-B8D779135CA1}" destId="{50398E50-8386-4B7C-9FA8-AD44807A7A01}" srcOrd="0" destOrd="0" presId="urn:microsoft.com/office/officeart/2008/layout/HalfCircleOrganizationChart"/>
    <dgm:cxn modelId="{FFE6F397-77F1-4A62-BFF6-70BB932A889E}" type="presParOf" srcId="{3A236617-E729-47FE-B61A-F94EE1AFB9FE}" destId="{68CCC353-CFC8-4BAD-9EF4-43FB4BA1AA8B}" srcOrd="0" destOrd="0" presId="urn:microsoft.com/office/officeart/2008/layout/HalfCircleOrganizationChart"/>
    <dgm:cxn modelId="{83F48242-E835-4822-A1FB-D146C6D2C4BF}" type="presParOf" srcId="{68CCC353-CFC8-4BAD-9EF4-43FB4BA1AA8B}" destId="{05732483-230F-40A2-B7AE-CDE6BE7A56E5}" srcOrd="0" destOrd="0" presId="urn:microsoft.com/office/officeart/2008/layout/HalfCircleOrganizationChart"/>
    <dgm:cxn modelId="{B924FC92-5251-4675-931E-5E2C50D8D815}" type="presParOf" srcId="{05732483-230F-40A2-B7AE-CDE6BE7A56E5}" destId="{B2057D43-5FF8-4C5F-A68C-E6F86BBFC30E}" srcOrd="0" destOrd="0" presId="urn:microsoft.com/office/officeart/2008/layout/HalfCircleOrganizationChart"/>
    <dgm:cxn modelId="{6A6936C6-5B49-491A-AA43-BC2FB9095526}" type="presParOf" srcId="{05732483-230F-40A2-B7AE-CDE6BE7A56E5}" destId="{1DD122C7-3A71-417A-9C4D-5B0CCCD4C370}" srcOrd="1" destOrd="0" presId="urn:microsoft.com/office/officeart/2008/layout/HalfCircleOrganizationChart"/>
    <dgm:cxn modelId="{9FE57158-F4E1-4A40-B3CE-2C1919971CEB}" type="presParOf" srcId="{05732483-230F-40A2-B7AE-CDE6BE7A56E5}" destId="{AF10D3E6-6604-4B95-962B-59292B2CB786}" srcOrd="2" destOrd="0" presId="urn:microsoft.com/office/officeart/2008/layout/HalfCircleOrganizationChart"/>
    <dgm:cxn modelId="{D5A3106A-4B09-4527-AD4D-4FF42FAAA7E6}" type="presParOf" srcId="{05732483-230F-40A2-B7AE-CDE6BE7A56E5}" destId="{52E6F2DE-EB5F-46EC-B7D7-E6C6CF3880B3}" srcOrd="3" destOrd="0" presId="urn:microsoft.com/office/officeart/2008/layout/HalfCircleOrganizationChart"/>
    <dgm:cxn modelId="{F9EE1196-963F-4A05-8A25-18738BA44C6E}" type="presParOf" srcId="{68CCC353-CFC8-4BAD-9EF4-43FB4BA1AA8B}" destId="{C86F12A0-9288-48C8-95A3-B22438C7FD38}" srcOrd="1" destOrd="0" presId="urn:microsoft.com/office/officeart/2008/layout/HalfCircleOrganizationChart"/>
    <dgm:cxn modelId="{75EA8094-84A2-4F7A-95D9-A5ED36465105}" type="presParOf" srcId="{C86F12A0-9288-48C8-95A3-B22438C7FD38}" destId="{9D76DB5F-C815-45F4-9EAB-6CA0C0898F18}" srcOrd="0" destOrd="0" presId="urn:microsoft.com/office/officeart/2008/layout/HalfCircleOrganizationChart"/>
    <dgm:cxn modelId="{7E63751D-E03E-493A-88F6-E8CB54FADE64}" type="presParOf" srcId="{C86F12A0-9288-48C8-95A3-B22438C7FD38}" destId="{5E6DA482-3240-4271-AB11-BFDB99BCC402}" srcOrd="1" destOrd="0" presId="urn:microsoft.com/office/officeart/2008/layout/HalfCircleOrganizationChart"/>
    <dgm:cxn modelId="{CAE57684-EC21-4B69-91BE-21BC8E112D2F}" type="presParOf" srcId="{5E6DA482-3240-4271-AB11-BFDB99BCC402}" destId="{85EFAF29-7A19-4BE8-90F6-DECBBB094D14}" srcOrd="0" destOrd="0" presId="urn:microsoft.com/office/officeart/2008/layout/HalfCircleOrganizationChart"/>
    <dgm:cxn modelId="{97697462-6414-420F-9233-FE910170B3C4}" type="presParOf" srcId="{85EFAF29-7A19-4BE8-90F6-DECBBB094D14}" destId="{50398E50-8386-4B7C-9FA8-AD44807A7A01}" srcOrd="0" destOrd="0" presId="urn:microsoft.com/office/officeart/2008/layout/HalfCircleOrganizationChart"/>
    <dgm:cxn modelId="{3DE6947D-C4FC-417A-BC9C-154D0D49F419}" type="presParOf" srcId="{85EFAF29-7A19-4BE8-90F6-DECBBB094D14}" destId="{0D7623D0-36A0-4F26-A081-D30D3DB3FB13}" srcOrd="1" destOrd="0" presId="urn:microsoft.com/office/officeart/2008/layout/HalfCircleOrganizationChart"/>
    <dgm:cxn modelId="{5D9D30AD-0EE0-493D-B548-EC8CD0199359}" type="presParOf" srcId="{85EFAF29-7A19-4BE8-90F6-DECBBB094D14}" destId="{6B2F2E3E-7CC3-4B51-AA21-E7481E5CF4D2}" srcOrd="2" destOrd="0" presId="urn:microsoft.com/office/officeart/2008/layout/HalfCircleOrganizationChart"/>
    <dgm:cxn modelId="{18CCC308-679C-4E7D-A177-58C62709ECB4}" type="presParOf" srcId="{85EFAF29-7A19-4BE8-90F6-DECBBB094D14}" destId="{C19FB4D1-5598-4012-887F-6EF1DB2FF6E6}" srcOrd="3" destOrd="0" presId="urn:microsoft.com/office/officeart/2008/layout/HalfCircleOrganizationChart"/>
    <dgm:cxn modelId="{096C4EB3-626D-4F02-B2AA-CA7B52765CD7}" type="presParOf" srcId="{5E6DA482-3240-4271-AB11-BFDB99BCC402}" destId="{DE2E6A9F-AEA3-4AA4-B467-73287832B015}" srcOrd="1" destOrd="0" presId="urn:microsoft.com/office/officeart/2008/layout/HalfCircleOrganizationChart"/>
    <dgm:cxn modelId="{1470BA20-3499-401F-9231-580387A17FC0}" type="presParOf" srcId="{DE2E6A9F-AEA3-4AA4-B467-73287832B015}" destId="{D3317455-3EF4-4216-87DC-380FB11B4E16}" srcOrd="0" destOrd="0" presId="urn:microsoft.com/office/officeart/2008/layout/HalfCircleOrganizationChart"/>
    <dgm:cxn modelId="{A2136554-4438-4DAD-AA6D-A8CC9721C667}" type="presParOf" srcId="{DE2E6A9F-AEA3-4AA4-B467-73287832B015}" destId="{ED70476A-9D17-4DC9-9EC3-5B8943B4C697}" srcOrd="1" destOrd="0" presId="urn:microsoft.com/office/officeart/2008/layout/HalfCircleOrganizationChart"/>
    <dgm:cxn modelId="{CC5DB987-6D94-4573-A2A1-A1BF871462D9}" type="presParOf" srcId="{ED70476A-9D17-4DC9-9EC3-5B8943B4C697}" destId="{95CA5030-5D7D-42B6-ACB4-5F8AE12B9A3D}" srcOrd="0" destOrd="0" presId="urn:microsoft.com/office/officeart/2008/layout/HalfCircleOrganizationChart"/>
    <dgm:cxn modelId="{8B9249A4-35E5-4D7B-A7F7-FC930C1ED13C}" type="presParOf" srcId="{95CA5030-5D7D-42B6-ACB4-5F8AE12B9A3D}" destId="{47809F2F-C6A0-4FE5-BF57-F642C5E10C7B}" srcOrd="0" destOrd="0" presId="urn:microsoft.com/office/officeart/2008/layout/HalfCircleOrganizationChart"/>
    <dgm:cxn modelId="{D339A507-7875-497E-A811-0A238B314A15}" type="presParOf" srcId="{95CA5030-5D7D-42B6-ACB4-5F8AE12B9A3D}" destId="{298CC250-56A8-44AC-9BDD-5691B0C84825}" srcOrd="1" destOrd="0" presId="urn:microsoft.com/office/officeart/2008/layout/HalfCircleOrganizationChart"/>
    <dgm:cxn modelId="{495B8693-A78B-4CB0-B03E-A9CBD59713A5}" type="presParOf" srcId="{95CA5030-5D7D-42B6-ACB4-5F8AE12B9A3D}" destId="{5498B04F-A43D-4B7F-9BC8-D347CDA58480}" srcOrd="2" destOrd="0" presId="urn:microsoft.com/office/officeart/2008/layout/HalfCircleOrganizationChart"/>
    <dgm:cxn modelId="{EBC25EB7-40DC-46FB-AFF0-DCC514C38E87}" type="presParOf" srcId="{95CA5030-5D7D-42B6-ACB4-5F8AE12B9A3D}" destId="{09F40F1B-C5E6-4322-B191-431FD2F050CA}" srcOrd="3" destOrd="0" presId="urn:microsoft.com/office/officeart/2008/layout/HalfCircleOrganizationChart"/>
    <dgm:cxn modelId="{5D55EA6B-1863-4217-849E-9F70A2072C2F}" type="presParOf" srcId="{ED70476A-9D17-4DC9-9EC3-5B8943B4C697}" destId="{E2DEFB69-7306-4F63-A238-A6BAE7B4F2A8}" srcOrd="1" destOrd="0" presId="urn:microsoft.com/office/officeart/2008/layout/HalfCircleOrganizationChart"/>
    <dgm:cxn modelId="{0D7CC43D-95DE-42D6-B093-8FDBCD727F01}" type="presParOf" srcId="{ED70476A-9D17-4DC9-9EC3-5B8943B4C697}" destId="{D9CCF82B-E6AD-4D08-B0DD-3287F9FEF80D}" srcOrd="2" destOrd="0" presId="urn:microsoft.com/office/officeart/2008/layout/HalfCircleOrganizationChart"/>
    <dgm:cxn modelId="{2EABC002-0DBD-41A4-B912-09A3DA840B6D}" type="presParOf" srcId="{5E6DA482-3240-4271-AB11-BFDB99BCC402}" destId="{A21E223C-2B86-4598-A709-45E9F4C4734D}" srcOrd="2" destOrd="0" presId="urn:microsoft.com/office/officeart/2008/layout/HalfCircleOrganizationChart"/>
    <dgm:cxn modelId="{F64242DA-4D77-4224-9E6F-42CF062CD20D}" type="presParOf" srcId="{C86F12A0-9288-48C8-95A3-B22438C7FD38}" destId="{32487D9F-EE4D-4D57-9B40-7D4FDE8D23E1}" srcOrd="2" destOrd="0" presId="urn:microsoft.com/office/officeart/2008/layout/HalfCircleOrganizationChart"/>
    <dgm:cxn modelId="{B9D2A876-F4E4-4C9E-99FF-1417503DC159}" type="presParOf" srcId="{C86F12A0-9288-48C8-95A3-B22438C7FD38}" destId="{5A11E3EA-25C1-4A66-B174-A3CED689E502}" srcOrd="3" destOrd="0" presId="urn:microsoft.com/office/officeart/2008/layout/HalfCircleOrganizationChart"/>
    <dgm:cxn modelId="{DD8560B0-49F5-41E6-BE91-B16252B74424}" type="presParOf" srcId="{5A11E3EA-25C1-4A66-B174-A3CED689E502}" destId="{5AE6E5E0-16DF-428B-9430-CD7056420E06}" srcOrd="0" destOrd="0" presId="urn:microsoft.com/office/officeart/2008/layout/HalfCircleOrganizationChart"/>
    <dgm:cxn modelId="{971C6F2D-462A-4DA3-8B1E-96AE55F255B5}" type="presParOf" srcId="{5AE6E5E0-16DF-428B-9430-CD7056420E06}" destId="{BFB20DEC-DC37-4C0E-9BD3-7F7734753367}" srcOrd="0" destOrd="0" presId="urn:microsoft.com/office/officeart/2008/layout/HalfCircleOrganizationChart"/>
    <dgm:cxn modelId="{D6A636DA-9E65-4F85-8326-BA58A1F127E6}" type="presParOf" srcId="{5AE6E5E0-16DF-428B-9430-CD7056420E06}" destId="{39ECCAC0-37BC-4B78-959C-7F640B73CCF0}" srcOrd="1" destOrd="0" presId="urn:microsoft.com/office/officeart/2008/layout/HalfCircleOrganizationChart"/>
    <dgm:cxn modelId="{5A39CE71-25DE-429E-85BA-4D4E82E861F6}" type="presParOf" srcId="{5AE6E5E0-16DF-428B-9430-CD7056420E06}" destId="{3C9EEA28-BFC4-42A4-B141-604851841D3A}" srcOrd="2" destOrd="0" presId="urn:microsoft.com/office/officeart/2008/layout/HalfCircleOrganizationChart"/>
    <dgm:cxn modelId="{6FD9974D-DED0-441B-96BF-E29ADBC2BA86}" type="presParOf" srcId="{5AE6E5E0-16DF-428B-9430-CD7056420E06}" destId="{E21ED026-1444-4E13-B0DF-DCFF81A10E31}" srcOrd="3" destOrd="0" presId="urn:microsoft.com/office/officeart/2008/layout/HalfCircleOrganizationChart"/>
    <dgm:cxn modelId="{18F23A02-0A40-487C-A76F-7108C14B3AB1}" type="presParOf" srcId="{5A11E3EA-25C1-4A66-B174-A3CED689E502}" destId="{86E1EDCC-7ED5-4FEC-96B5-4E63CA114505}" srcOrd="1" destOrd="0" presId="urn:microsoft.com/office/officeart/2008/layout/HalfCircleOrganizationChart"/>
    <dgm:cxn modelId="{5AA69D05-45E8-49D8-A33F-FE6D5685322A}" type="presParOf" srcId="{86E1EDCC-7ED5-4FEC-96B5-4E63CA114505}" destId="{E783276B-72B1-410F-A4E4-08A52206C712}" srcOrd="0" destOrd="0" presId="urn:microsoft.com/office/officeart/2008/layout/HalfCircleOrganizationChart"/>
    <dgm:cxn modelId="{F376AC66-CBA2-4A31-B366-AF05F2869270}" type="presParOf" srcId="{86E1EDCC-7ED5-4FEC-96B5-4E63CA114505}" destId="{16BF0E1B-73B3-4F59-A476-CE6F02C82BF5}" srcOrd="1" destOrd="0" presId="urn:microsoft.com/office/officeart/2008/layout/HalfCircleOrganizationChart"/>
    <dgm:cxn modelId="{535C5464-0463-4C2A-89E6-242AF3A2A173}" type="presParOf" srcId="{16BF0E1B-73B3-4F59-A476-CE6F02C82BF5}" destId="{25D24B58-CA56-404D-B61C-2AA7E9A9F274}" srcOrd="0" destOrd="0" presId="urn:microsoft.com/office/officeart/2008/layout/HalfCircleOrganizationChart"/>
    <dgm:cxn modelId="{33B210EC-1C54-4510-8B26-0BDE5A4B1941}" type="presParOf" srcId="{25D24B58-CA56-404D-B61C-2AA7E9A9F274}" destId="{EECDCF52-E6F4-4C1C-8FF4-37BF4063469D}" srcOrd="0" destOrd="0" presId="urn:microsoft.com/office/officeart/2008/layout/HalfCircleOrganizationChart"/>
    <dgm:cxn modelId="{757E6BB4-4355-4B95-A83A-A8834DAE2285}" type="presParOf" srcId="{25D24B58-CA56-404D-B61C-2AA7E9A9F274}" destId="{49AAB08E-EDC4-4BEF-B64B-25272BF0719F}" srcOrd="1" destOrd="0" presId="urn:microsoft.com/office/officeart/2008/layout/HalfCircleOrganizationChart"/>
    <dgm:cxn modelId="{1572114F-7A9A-403C-AC57-9505ACBF4648}" type="presParOf" srcId="{25D24B58-CA56-404D-B61C-2AA7E9A9F274}" destId="{776E57D9-8CA7-4A85-BDD0-52A1597B04EB}" srcOrd="2" destOrd="0" presId="urn:microsoft.com/office/officeart/2008/layout/HalfCircleOrganizationChart"/>
    <dgm:cxn modelId="{2BDF45A5-D8C9-4446-815D-818A7C151ABC}" type="presParOf" srcId="{25D24B58-CA56-404D-B61C-2AA7E9A9F274}" destId="{0195D0E6-595B-404E-9B78-ED5D3571024C}" srcOrd="3" destOrd="0" presId="urn:microsoft.com/office/officeart/2008/layout/HalfCircleOrganizationChart"/>
    <dgm:cxn modelId="{9E5252D4-798D-408A-8F7A-B9419087729A}" type="presParOf" srcId="{16BF0E1B-73B3-4F59-A476-CE6F02C82BF5}" destId="{5280DA94-8369-4610-B1F6-2C69E83733D8}" srcOrd="1" destOrd="0" presId="urn:microsoft.com/office/officeart/2008/layout/HalfCircleOrganizationChart"/>
    <dgm:cxn modelId="{503CCDD5-3378-4BEE-B654-E82B46C76567}" type="presParOf" srcId="{16BF0E1B-73B3-4F59-A476-CE6F02C82BF5}" destId="{26AAB12E-F19C-4F6A-85F2-B0AFDE55AEFE}" srcOrd="2" destOrd="0" presId="urn:microsoft.com/office/officeart/2008/layout/HalfCircleOrganizationChart"/>
    <dgm:cxn modelId="{53861067-DBD4-4DB6-BC81-70F41DEE80B1}" type="presParOf" srcId="{86E1EDCC-7ED5-4FEC-96B5-4E63CA114505}" destId="{5B310C8E-832F-4F07-B9A1-2E336B478FE6}" srcOrd="2" destOrd="0" presId="urn:microsoft.com/office/officeart/2008/layout/HalfCircleOrganizationChart"/>
    <dgm:cxn modelId="{48F774FE-1C44-4EF3-B91D-88EE6E61343A}" type="presParOf" srcId="{86E1EDCC-7ED5-4FEC-96B5-4E63CA114505}" destId="{DB727505-3F97-4408-8D05-48627A74FE2D}" srcOrd="3" destOrd="0" presId="urn:microsoft.com/office/officeart/2008/layout/HalfCircleOrganizationChart"/>
    <dgm:cxn modelId="{3D520043-8613-4AAB-95B1-41FD582F2886}" type="presParOf" srcId="{DB727505-3F97-4408-8D05-48627A74FE2D}" destId="{AA8DE010-59ED-4B86-87F7-F90A2AB5B059}" srcOrd="0" destOrd="0" presId="urn:microsoft.com/office/officeart/2008/layout/HalfCircleOrganizationChart"/>
    <dgm:cxn modelId="{FB8E9DB4-B55B-4917-8F79-8BCF377F33C7}" type="presParOf" srcId="{AA8DE010-59ED-4B86-87F7-F90A2AB5B059}" destId="{4434F913-2559-40B0-8A96-DB8B37478004}" srcOrd="0" destOrd="0" presId="urn:microsoft.com/office/officeart/2008/layout/HalfCircleOrganizationChart"/>
    <dgm:cxn modelId="{5E893BD1-97F7-4E28-A52A-5B767E3C4131}" type="presParOf" srcId="{AA8DE010-59ED-4B86-87F7-F90A2AB5B059}" destId="{4C2824C8-C3BC-45F1-9AF2-65394F26BCC0}" srcOrd="1" destOrd="0" presId="urn:microsoft.com/office/officeart/2008/layout/HalfCircleOrganizationChart"/>
    <dgm:cxn modelId="{81E37B57-D3F0-4BCB-9A84-6D391D24C01E}" type="presParOf" srcId="{AA8DE010-59ED-4B86-87F7-F90A2AB5B059}" destId="{7BDC2FEF-1363-4406-A22B-AB8151C0A248}" srcOrd="2" destOrd="0" presId="urn:microsoft.com/office/officeart/2008/layout/HalfCircleOrganizationChart"/>
    <dgm:cxn modelId="{FF74E306-AF52-40B2-8D8F-DD34263C48C4}" type="presParOf" srcId="{AA8DE010-59ED-4B86-87F7-F90A2AB5B059}" destId="{E44143FD-469A-4E6A-A48C-E1F6CA09D46A}" srcOrd="3" destOrd="0" presId="urn:microsoft.com/office/officeart/2008/layout/HalfCircleOrganizationChart"/>
    <dgm:cxn modelId="{2E682203-72FB-44F4-B088-60A0C13DFF26}" type="presParOf" srcId="{DB727505-3F97-4408-8D05-48627A74FE2D}" destId="{D667244A-CBDC-4F78-8DC1-978570C901E3}" srcOrd="1" destOrd="0" presId="urn:microsoft.com/office/officeart/2008/layout/HalfCircleOrganizationChart"/>
    <dgm:cxn modelId="{5F81BA6B-E8F8-40A6-8BCF-92BB6468A451}" type="presParOf" srcId="{DB727505-3F97-4408-8D05-48627A74FE2D}" destId="{9FA04640-08F2-4B9A-8EA1-800D6CF1028D}" srcOrd="2" destOrd="0" presId="urn:microsoft.com/office/officeart/2008/layout/HalfCircleOrganizationChart"/>
    <dgm:cxn modelId="{4D81E230-1B0F-4D27-B41A-44B5A9AD0BC9}" type="presParOf" srcId="{5A11E3EA-25C1-4A66-B174-A3CED689E502}" destId="{117F8A4F-C990-4B9E-93D2-CEFFE1EFA96B}" srcOrd="2" destOrd="0" presId="urn:microsoft.com/office/officeart/2008/layout/HalfCircleOrganizationChart"/>
    <dgm:cxn modelId="{F533CF37-9EF4-48D8-A0E0-1F60BB272BDC}" type="presParOf" srcId="{68CCC353-CFC8-4BAD-9EF4-43FB4BA1AA8B}" destId="{229967F0-1170-4D3B-B5C6-4FB45F4A2338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310C8E-832F-4F07-B9A1-2E336B478FE6}">
      <dsp:nvSpPr>
        <dsp:cNvPr id="0" name=""/>
        <dsp:cNvSpPr/>
      </dsp:nvSpPr>
      <dsp:spPr>
        <a:xfrm>
          <a:off x="6684380" y="2541100"/>
          <a:ext cx="591495" cy="21201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0130"/>
              </a:lnTo>
              <a:lnTo>
                <a:pt x="591495" y="212013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83276B-72B1-410F-A4E4-08A52206C712}">
      <dsp:nvSpPr>
        <dsp:cNvPr id="0" name=""/>
        <dsp:cNvSpPr/>
      </dsp:nvSpPr>
      <dsp:spPr>
        <a:xfrm>
          <a:off x="6684380" y="2541100"/>
          <a:ext cx="807329" cy="6815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1545"/>
              </a:lnTo>
              <a:lnTo>
                <a:pt x="807329" y="681545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487D9F-EE4D-4D57-9B40-7D4FDE8D23E1}">
      <dsp:nvSpPr>
        <dsp:cNvPr id="0" name=""/>
        <dsp:cNvSpPr/>
      </dsp:nvSpPr>
      <dsp:spPr>
        <a:xfrm>
          <a:off x="5040292" y="1050711"/>
          <a:ext cx="1644087" cy="4408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0409"/>
              </a:lnTo>
              <a:lnTo>
                <a:pt x="1644087" y="220409"/>
              </a:lnTo>
              <a:lnTo>
                <a:pt x="1644087" y="44081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317455-3EF4-4216-87DC-380FB11B4E16}">
      <dsp:nvSpPr>
        <dsp:cNvPr id="0" name=""/>
        <dsp:cNvSpPr/>
      </dsp:nvSpPr>
      <dsp:spPr>
        <a:xfrm>
          <a:off x="2366366" y="2541100"/>
          <a:ext cx="970705" cy="687295"/>
        </a:xfrm>
        <a:custGeom>
          <a:avLst/>
          <a:gdLst/>
          <a:ahLst/>
          <a:cxnLst/>
          <a:rect l="0" t="0" r="0" b="0"/>
          <a:pathLst>
            <a:path>
              <a:moveTo>
                <a:pt x="970705" y="0"/>
              </a:moveTo>
              <a:lnTo>
                <a:pt x="970705" y="687295"/>
              </a:lnTo>
              <a:lnTo>
                <a:pt x="0" y="687295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76DB5F-C815-45F4-9EAB-6CA0C0898F18}">
      <dsp:nvSpPr>
        <dsp:cNvPr id="0" name=""/>
        <dsp:cNvSpPr/>
      </dsp:nvSpPr>
      <dsp:spPr>
        <a:xfrm>
          <a:off x="3337071" y="1050711"/>
          <a:ext cx="1703220" cy="440819"/>
        </a:xfrm>
        <a:custGeom>
          <a:avLst/>
          <a:gdLst/>
          <a:ahLst/>
          <a:cxnLst/>
          <a:rect l="0" t="0" r="0" b="0"/>
          <a:pathLst>
            <a:path>
              <a:moveTo>
                <a:pt x="1703220" y="0"/>
              </a:moveTo>
              <a:lnTo>
                <a:pt x="1703220" y="220409"/>
              </a:lnTo>
              <a:lnTo>
                <a:pt x="0" y="220409"/>
              </a:lnTo>
              <a:lnTo>
                <a:pt x="0" y="44081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D122C7-3A71-417A-9C4D-5B0CCCD4C370}">
      <dsp:nvSpPr>
        <dsp:cNvPr id="0" name=""/>
        <dsp:cNvSpPr/>
      </dsp:nvSpPr>
      <dsp:spPr>
        <a:xfrm>
          <a:off x="4515507" y="1141"/>
          <a:ext cx="1049569" cy="10495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10D3E6-6604-4B95-962B-59292B2CB786}">
      <dsp:nvSpPr>
        <dsp:cNvPr id="0" name=""/>
        <dsp:cNvSpPr/>
      </dsp:nvSpPr>
      <dsp:spPr>
        <a:xfrm>
          <a:off x="4515507" y="1141"/>
          <a:ext cx="1049569" cy="10495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057D43-5FF8-4C5F-A68C-E6F86BBFC30E}">
      <dsp:nvSpPr>
        <dsp:cNvPr id="0" name=""/>
        <dsp:cNvSpPr/>
      </dsp:nvSpPr>
      <dsp:spPr>
        <a:xfrm>
          <a:off x="3990722" y="190064"/>
          <a:ext cx="2099139" cy="67172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Methylation Analysis</a:t>
          </a:r>
        </a:p>
      </dsp:txBody>
      <dsp:txXfrm>
        <a:off x="3990722" y="190064"/>
        <a:ext cx="2099139" cy="671724"/>
      </dsp:txXfrm>
    </dsp:sp>
    <dsp:sp modelId="{0D7623D0-36A0-4F26-A081-D30D3DB3FB13}">
      <dsp:nvSpPr>
        <dsp:cNvPr id="0" name=""/>
        <dsp:cNvSpPr/>
      </dsp:nvSpPr>
      <dsp:spPr>
        <a:xfrm>
          <a:off x="2812286" y="1491530"/>
          <a:ext cx="1049569" cy="10495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2F2E3E-7CC3-4B51-AA21-E7481E5CF4D2}">
      <dsp:nvSpPr>
        <dsp:cNvPr id="0" name=""/>
        <dsp:cNvSpPr/>
      </dsp:nvSpPr>
      <dsp:spPr>
        <a:xfrm>
          <a:off x="2812286" y="1491530"/>
          <a:ext cx="1049569" cy="10495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398E50-8386-4B7C-9FA8-AD44807A7A01}">
      <dsp:nvSpPr>
        <dsp:cNvPr id="0" name=""/>
        <dsp:cNvSpPr/>
      </dsp:nvSpPr>
      <dsp:spPr>
        <a:xfrm>
          <a:off x="2287501" y="1680453"/>
          <a:ext cx="2099139" cy="67172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Whole genome </a:t>
          </a:r>
        </a:p>
      </dsp:txBody>
      <dsp:txXfrm>
        <a:off x="2287501" y="1680453"/>
        <a:ext cx="2099139" cy="671724"/>
      </dsp:txXfrm>
    </dsp:sp>
    <dsp:sp modelId="{298CC250-56A8-44AC-9BDD-5691B0C84825}">
      <dsp:nvSpPr>
        <dsp:cNvPr id="0" name=""/>
        <dsp:cNvSpPr/>
      </dsp:nvSpPr>
      <dsp:spPr>
        <a:xfrm>
          <a:off x="1442745" y="3039473"/>
          <a:ext cx="1049569" cy="10495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8B04F-A43D-4B7F-9BC8-D347CDA58480}">
      <dsp:nvSpPr>
        <dsp:cNvPr id="0" name=""/>
        <dsp:cNvSpPr/>
      </dsp:nvSpPr>
      <dsp:spPr>
        <a:xfrm>
          <a:off x="1442745" y="3039473"/>
          <a:ext cx="1049569" cy="10495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809F2F-C6A0-4FE5-BF57-F642C5E10C7B}">
      <dsp:nvSpPr>
        <dsp:cNvPr id="0" name=""/>
        <dsp:cNvSpPr/>
      </dsp:nvSpPr>
      <dsp:spPr>
        <a:xfrm>
          <a:off x="917960" y="3228395"/>
          <a:ext cx="2099139" cy="67172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Predictive Model</a:t>
          </a:r>
        </a:p>
      </dsp:txBody>
      <dsp:txXfrm>
        <a:off x="917960" y="3228395"/>
        <a:ext cx="2099139" cy="671724"/>
      </dsp:txXfrm>
    </dsp:sp>
    <dsp:sp modelId="{39ECCAC0-37BC-4B78-959C-7F640B73CCF0}">
      <dsp:nvSpPr>
        <dsp:cNvPr id="0" name=""/>
        <dsp:cNvSpPr/>
      </dsp:nvSpPr>
      <dsp:spPr>
        <a:xfrm>
          <a:off x="6159595" y="1491530"/>
          <a:ext cx="1049569" cy="10495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9EEA28-BFC4-42A4-B141-604851841D3A}">
      <dsp:nvSpPr>
        <dsp:cNvPr id="0" name=""/>
        <dsp:cNvSpPr/>
      </dsp:nvSpPr>
      <dsp:spPr>
        <a:xfrm>
          <a:off x="6159595" y="1491530"/>
          <a:ext cx="1049569" cy="10495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B20DEC-DC37-4C0E-9BD3-7F7734753367}">
      <dsp:nvSpPr>
        <dsp:cNvPr id="0" name=""/>
        <dsp:cNvSpPr/>
      </dsp:nvSpPr>
      <dsp:spPr>
        <a:xfrm>
          <a:off x="5634810" y="1680453"/>
          <a:ext cx="2099139" cy="67172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Profiling </a:t>
          </a:r>
        </a:p>
      </dsp:txBody>
      <dsp:txXfrm>
        <a:off x="5634810" y="1680453"/>
        <a:ext cx="2099139" cy="671724"/>
      </dsp:txXfrm>
    </dsp:sp>
    <dsp:sp modelId="{49AAB08E-EDC4-4BEF-B64B-25272BF0719F}">
      <dsp:nvSpPr>
        <dsp:cNvPr id="0" name=""/>
        <dsp:cNvSpPr/>
      </dsp:nvSpPr>
      <dsp:spPr>
        <a:xfrm>
          <a:off x="7365760" y="3033723"/>
          <a:ext cx="1049569" cy="10495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6E57D9-8CA7-4A85-BDD0-52A1597B04EB}">
      <dsp:nvSpPr>
        <dsp:cNvPr id="0" name=""/>
        <dsp:cNvSpPr/>
      </dsp:nvSpPr>
      <dsp:spPr>
        <a:xfrm>
          <a:off x="7365760" y="3033723"/>
          <a:ext cx="1049569" cy="10495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CDCF52-E6F4-4C1C-8FF4-37BF4063469D}">
      <dsp:nvSpPr>
        <dsp:cNvPr id="0" name=""/>
        <dsp:cNvSpPr/>
      </dsp:nvSpPr>
      <dsp:spPr>
        <a:xfrm>
          <a:off x="6840975" y="3222645"/>
          <a:ext cx="2099139" cy="67172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NGS</a:t>
          </a:r>
        </a:p>
      </dsp:txBody>
      <dsp:txXfrm>
        <a:off x="6840975" y="3222645"/>
        <a:ext cx="2099139" cy="671724"/>
      </dsp:txXfrm>
    </dsp:sp>
    <dsp:sp modelId="{4C2824C8-C3BC-45F1-9AF2-65394F26BCC0}">
      <dsp:nvSpPr>
        <dsp:cNvPr id="0" name=""/>
        <dsp:cNvSpPr/>
      </dsp:nvSpPr>
      <dsp:spPr>
        <a:xfrm>
          <a:off x="7149927" y="4472308"/>
          <a:ext cx="1049569" cy="10495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DC2FEF-1363-4406-A22B-AB8151C0A248}">
      <dsp:nvSpPr>
        <dsp:cNvPr id="0" name=""/>
        <dsp:cNvSpPr/>
      </dsp:nvSpPr>
      <dsp:spPr>
        <a:xfrm>
          <a:off x="7149927" y="4472308"/>
          <a:ext cx="1049569" cy="10495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34F913-2559-40B0-8A96-DB8B37478004}">
      <dsp:nvSpPr>
        <dsp:cNvPr id="0" name=""/>
        <dsp:cNvSpPr/>
      </dsp:nvSpPr>
      <dsp:spPr>
        <a:xfrm>
          <a:off x="6625142" y="4661231"/>
          <a:ext cx="2099139" cy="671724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BS</a:t>
          </a:r>
        </a:p>
      </dsp:txBody>
      <dsp:txXfrm>
        <a:off x="6625142" y="4661231"/>
        <a:ext cx="2099139" cy="6717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6314B5-874B-4CBB-82CB-856FC502B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36AFDE0-D2B6-418D-861B-9DD14A472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C59768-38B5-475C-AD20-21826001F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55FA-0F1A-4672-A071-496C989A539A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C23728-DB1F-4D1C-BB56-1D32712B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50FD45-6505-4EEA-86DA-688D15C93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AB66-D6B5-4094-84DE-89576206D06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205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6D71BF-165F-4F37-B198-4444F5105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8CA024-E562-4F18-9591-C9E2F578E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7BB781-3D67-48B6-8FB2-9C26F8189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55FA-0F1A-4672-A071-496C989A539A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D52A43-1B9B-4D87-B24E-58197EE98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0A6192-DC04-4118-9F4A-E8557F0B2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AB66-D6B5-4094-84DE-89576206D06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84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FAB580-BA7B-452E-B305-BE23269DB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F98FA35-0EC9-4BD1-9678-3D7C921B6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D7AC75-4598-4ED9-9B0A-732B5789E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55FA-0F1A-4672-A071-496C989A539A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D5413F-7694-428F-AFBD-3CBAB102F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62CCA6-3711-42DA-9E92-93DF7215A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AB66-D6B5-4094-84DE-89576206D06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13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22E259-757B-4772-872E-F9B4BB7FF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087E8A-E2B6-4635-8B3C-B01EC66554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5178358-E453-4C07-B79E-3FC0059AE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C5EA1F3-382A-41D0-B2AB-E4F63E131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55FA-0F1A-4672-A071-496C989A539A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71E418A-ABAD-460B-A973-C0D538F21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0EE528F-592E-4B49-8871-ECD941F66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AB66-D6B5-4094-84DE-89576206D06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495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CBBD5F-AC3C-4633-9B09-E088C48E7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F94BA8-93F8-449C-953B-80AFF4DF1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F1B6A6C-04D9-4F73-8794-98135AAF0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31A066E-5777-4536-8482-5E178B1217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29A8A16-3060-4247-B3C3-6FDB182FA6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19A34B6-7FF8-4B43-8597-CA50B1BCA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55FA-0F1A-4672-A071-496C989A539A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8C17F4A-CC20-4CB9-8595-BA7B071DE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55CD2C2-EC9B-47D3-B0DB-BD0611B78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AB66-D6B5-4094-84DE-89576206D06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112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331B1D-F098-42B8-A82F-A558ED667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0CEC419-AF98-4E9B-A228-8058F72E7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55FA-0F1A-4672-A071-496C989A539A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98A7998-B45D-4539-98B6-18184C12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74C974-6923-431B-850D-54C50CD6C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AB66-D6B5-4094-84DE-89576206D06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48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B689225-C082-483F-86F1-746620E9D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55FA-0F1A-4672-A071-496C989A539A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A65F553-77FF-419E-96BE-1D12B59C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5E24D4A-2AAB-4F26-9BF1-AC2327A0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AB66-D6B5-4094-84DE-89576206D06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004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83FB61-C6FE-4B53-AAF8-EDBD94D04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86EFB4-5BEA-474B-A5BB-86913FFED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DB97C17-EEBC-454C-B25A-174741322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B1FAFAC-BA2C-44F3-8398-42BF9484E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55FA-0F1A-4672-A071-496C989A539A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3B80D95-796B-4BA2-9376-2F163B355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DD444E6-C450-4752-881C-5945A341E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AB66-D6B5-4094-84DE-89576206D06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696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332DF7-B285-4903-8D18-58C86E75F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A67A8D4-E924-48ED-B622-FBBCF0EC8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D22ADC2-DECF-474F-9D5F-9554F9EB9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FE5B059-7DC6-4D36-B81C-EEB6C62C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55FA-0F1A-4672-A071-496C989A539A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939CCBA-12EA-4E58-96BB-ACE249BCE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B12A223-156E-45B0-B37C-11A4EF7A2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AB66-D6B5-4094-84DE-89576206D06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12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E05BED-6A78-4F52-BA45-9F5090418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49EA267-8D7E-48E0-A685-D28B6107A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A9261A-11B1-4839-89E0-E968C2BA6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55FA-0F1A-4672-A071-496C989A539A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40733F-4815-4E18-9FC8-BD0044D8C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DB7C70-42EA-4D99-B621-ABAC50146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AB66-D6B5-4094-84DE-89576206D06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483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A9BC711-ABCB-48A5-ACC2-4279D419C7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F6C2540-2652-46E9-8429-A5DBC3E42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87F3EFF-0488-48CD-B25A-F78CDC5BE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55FA-0F1A-4672-A071-496C989A539A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8C2CEE-757D-4F65-9A0E-F22239975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0120DE-7181-4897-B421-C8276472A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2AB66-D6B5-4094-84DE-89576206D06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05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9309DA6-8E81-4407-B809-BD0547195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DE999D-1C21-41FF-AD62-2BB46E713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A3959C-ED95-4AC4-9D2B-70D7D788C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0A55FA-0F1A-4672-A071-496C989A539A}" type="datetimeFigureOut">
              <a:rPr lang="en-US" smtClean="0"/>
              <a:t>10/29/2018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E3E84A-7466-45CD-B094-FAB5BF127C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0B603A-89C2-4E3C-9F79-9ECD33797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2AB66-D6B5-4094-84DE-89576206D06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497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58256FA7-9466-45E4-9840-A37B27B1E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9305BFD4-6F91-4750-AEBA-5A323CF06DE3}"/>
              </a:ext>
            </a:extLst>
          </p:cNvPr>
          <p:cNvSpPr txBox="1"/>
          <p:nvPr/>
        </p:nvSpPr>
        <p:spPr>
          <a:xfrm>
            <a:off x="7301947" y="1526052"/>
            <a:ext cx="4784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Model for Predicting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16EDE3-B782-46B5-A71B-483B098F87ED}"/>
              </a:ext>
            </a:extLst>
          </p:cNvPr>
          <p:cNvSpPr/>
          <p:nvPr/>
        </p:nvSpPr>
        <p:spPr>
          <a:xfrm>
            <a:off x="5751443" y="1868448"/>
            <a:ext cx="63345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Hypermethylations</a:t>
            </a:r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Tumor Suppressor</a:t>
            </a:r>
          </a:p>
          <a:p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Gene Promoters as a Cause of Cancer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192595-6148-4916-A9A4-7B622ED0A8E4}"/>
              </a:ext>
            </a:extLst>
          </p:cNvPr>
          <p:cNvSpPr/>
          <p:nvPr/>
        </p:nvSpPr>
        <p:spPr>
          <a:xfrm>
            <a:off x="0" y="4057992"/>
            <a:ext cx="326181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Imane </a:t>
            </a:r>
            <a:r>
              <a:rPr lang="fr-FR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Saif</a:t>
            </a:r>
            <a:r>
              <a:rPr lang="fr-F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fr-FR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Najwa</a:t>
            </a:r>
            <a:r>
              <a:rPr lang="fr-F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Hassou</a:t>
            </a:r>
            <a:r>
              <a:rPr lang="fr-F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fr-FR" sz="1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Yassine Kasmi,</a:t>
            </a:r>
          </a:p>
          <a:p>
            <a:r>
              <a:rPr lang="fr-FR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Berjas</a:t>
            </a:r>
            <a:r>
              <a:rPr lang="fr-F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Abumsimir</a:t>
            </a:r>
            <a:r>
              <a:rPr lang="fr-F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fr-F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Karam </a:t>
            </a:r>
            <a:r>
              <a:rPr lang="fr-FR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Allali</a:t>
            </a:r>
            <a:r>
              <a:rPr lang="fr-F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fr-FR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</a:t>
            </a:r>
            <a:r>
              <a:rPr lang="fr-F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Mustapha </a:t>
            </a:r>
            <a:r>
              <a:rPr lang="fr-FR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Ennaji</a:t>
            </a:r>
            <a:r>
              <a:rPr lang="fr-F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E84445-FB43-4A61-8379-A5BF79CFCA7E}"/>
              </a:ext>
            </a:extLst>
          </p:cNvPr>
          <p:cNvSpPr/>
          <p:nvPr/>
        </p:nvSpPr>
        <p:spPr>
          <a:xfrm>
            <a:off x="344556" y="6488668"/>
            <a:ext cx="41791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Hassan II University, Casablanca, Morocco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493DEA8-31D9-4DB1-A6AA-4373B79885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945" t="28105" r="36794" b="65160"/>
          <a:stretch/>
        </p:blipFill>
        <p:spPr>
          <a:xfrm>
            <a:off x="0" y="10613"/>
            <a:ext cx="1980225" cy="331841"/>
          </a:xfrm>
          <a:prstGeom prst="rect">
            <a:avLst/>
          </a:prstGeom>
        </p:spPr>
      </p:pic>
      <p:pic>
        <p:nvPicPr>
          <p:cNvPr id="1026" name="Picture 2" descr="Image result for hassan ii university of casablanca">
            <a:extLst>
              <a:ext uri="{FF2B5EF4-FFF2-40B4-BE49-F238E27FC236}">
                <a16:creationId xmlns:a16="http://schemas.microsoft.com/office/drawing/2014/main" id="{5C59717A-D5A5-4CE3-BA95-35D1AF568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1250" y="10614"/>
            <a:ext cx="560750" cy="461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C5BCE8BC-A7EB-4A27-B057-6571B321138F}"/>
              </a:ext>
            </a:extLst>
          </p:cNvPr>
          <p:cNvSpPr txBox="1"/>
          <p:nvPr/>
        </p:nvSpPr>
        <p:spPr>
          <a:xfrm rot="996680">
            <a:off x="7721990" y="4655878"/>
            <a:ext cx="4319900" cy="93910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/>
        </p:spPr>
        <p:txBody>
          <a:bodyPr wrap="square" rtlCol="0">
            <a:prstTxWarp prst="textArchUp">
              <a:avLst/>
            </a:prstTxWarp>
            <a:spAutoFit/>
            <a:flatTx/>
          </a:bodyPr>
          <a:lstStyle/>
          <a:p>
            <a:pPr algn="ctr"/>
            <a:r>
              <a:rPr lang="en-US" sz="2000" dirty="0">
                <a:solidFill>
                  <a:schemeClr val="tx2">
                    <a:lumMod val="50000"/>
                  </a:schemeClr>
                </a:solidFill>
              </a:rPr>
              <a:t>“We are express of gene and maturation </a:t>
            </a:r>
          </a:p>
          <a:p>
            <a:pPr algn="ctr"/>
            <a:r>
              <a:rPr lang="en-US" sz="2000" dirty="0">
                <a:solidFill>
                  <a:schemeClr val="tx2">
                    <a:lumMod val="50000"/>
                  </a:schemeClr>
                </a:solidFill>
              </a:rPr>
              <a:t>of  the environment”</a:t>
            </a:r>
          </a:p>
          <a:p>
            <a:pPr algn="ctr"/>
            <a:r>
              <a:rPr lang="en-US" sz="2000" dirty="0">
                <a:solidFill>
                  <a:schemeClr val="tx2">
                    <a:lumMod val="50000"/>
                  </a:schemeClr>
                </a:solidFill>
              </a:rPr>
              <a:t>YK</a:t>
            </a:r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DC18127F-D7EF-4365-A146-34CA7662F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070500" y="20938"/>
            <a:ext cx="5607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09573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93CBD9-8C02-43FC-8109-661BB351BE58}"/>
              </a:ext>
            </a:extLst>
          </p:cNvPr>
          <p:cNvSpPr/>
          <p:nvPr/>
        </p:nvSpPr>
        <p:spPr>
          <a:xfrm>
            <a:off x="0" y="0"/>
            <a:ext cx="12192000" cy="4240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Biological Background</a:t>
            </a:r>
          </a:p>
        </p:txBody>
      </p:sp>
      <p:pic>
        <p:nvPicPr>
          <p:cNvPr id="4098" name="Picture 2" descr="Related image">
            <a:extLst>
              <a:ext uri="{FF2B5EF4-FFF2-40B4-BE49-F238E27FC236}">
                <a16:creationId xmlns:a16="http://schemas.microsoft.com/office/drawing/2014/main" id="{8261B6D1-6F79-432C-899B-5E013A36F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424070"/>
            <a:ext cx="12191999" cy="6436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4115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cancerres.aacrjournals.org/content/canres/76/12/3446/F1.large.jpg?width=800&amp;height=600&amp;carousel=1">
            <a:extLst>
              <a:ext uri="{FF2B5EF4-FFF2-40B4-BE49-F238E27FC236}">
                <a16:creationId xmlns:a16="http://schemas.microsoft.com/office/drawing/2014/main" id="{A2A09F67-1BF7-45A0-AB2D-2EFFC0C2D2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1" t="1932" r="1166"/>
          <a:stretch/>
        </p:blipFill>
        <p:spPr bwMode="auto">
          <a:xfrm>
            <a:off x="0" y="437322"/>
            <a:ext cx="12192000" cy="6341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10C7A9F-A092-4D72-9E6B-6AAA5059BF71}"/>
              </a:ext>
            </a:extLst>
          </p:cNvPr>
          <p:cNvSpPr/>
          <p:nvPr/>
        </p:nvSpPr>
        <p:spPr>
          <a:xfrm>
            <a:off x="0" y="0"/>
            <a:ext cx="12192000" cy="4240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Biological Background</a:t>
            </a:r>
          </a:p>
        </p:txBody>
      </p:sp>
      <p:pic>
        <p:nvPicPr>
          <p:cNvPr id="2052" name="Picture 4" descr="Image result for dna methylation transparent">
            <a:extLst>
              <a:ext uri="{FF2B5EF4-FFF2-40B4-BE49-F238E27FC236}">
                <a16:creationId xmlns:a16="http://schemas.microsoft.com/office/drawing/2014/main" id="{526A7D25-2522-4D3A-9D46-0955E5630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162" y="603904"/>
            <a:ext cx="2343444" cy="107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 result for dna methylation transparent">
            <a:extLst>
              <a:ext uri="{FF2B5EF4-FFF2-40B4-BE49-F238E27FC236}">
                <a16:creationId xmlns:a16="http://schemas.microsoft.com/office/drawing/2014/main" id="{1B431132-615C-42F0-AD99-DD9240C17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1212" y="424070"/>
            <a:ext cx="2857500" cy="143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794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93CBD9-8C02-43FC-8109-661BB351BE58}"/>
              </a:ext>
            </a:extLst>
          </p:cNvPr>
          <p:cNvSpPr/>
          <p:nvPr/>
        </p:nvSpPr>
        <p:spPr>
          <a:xfrm>
            <a:off x="0" y="0"/>
            <a:ext cx="12192000" cy="4240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Computational Analysis of Methylation</a:t>
            </a:r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EE9F469D-9D19-4FB7-B0D8-9086D0A176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9416364"/>
              </p:ext>
            </p:extLst>
          </p:nvPr>
        </p:nvGraphicFramePr>
        <p:xfrm>
          <a:off x="746975" y="645960"/>
          <a:ext cx="11445025" cy="5523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F29827F9-3147-4E1E-9371-3D46D7D33D57}"/>
              </a:ext>
            </a:extLst>
          </p:cNvPr>
          <p:cNvSpPr txBox="1"/>
          <p:nvPr/>
        </p:nvSpPr>
        <p:spPr>
          <a:xfrm>
            <a:off x="2197290" y="4981433"/>
            <a:ext cx="8258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HMM</a:t>
            </a:r>
          </a:p>
          <a:p>
            <a:pPr algn="ctr"/>
            <a:r>
              <a:rPr lang="en-US" dirty="0"/>
              <a:t>MCMC</a:t>
            </a:r>
          </a:p>
        </p:txBody>
      </p:sp>
    </p:spTree>
    <p:extLst>
      <p:ext uri="{BB962C8B-B14F-4D97-AF65-F5344CB8AC3E}">
        <p14:creationId xmlns:p14="http://schemas.microsoft.com/office/powerpoint/2010/main" val="344651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93CBD9-8C02-43FC-8109-661BB351BE58}"/>
              </a:ext>
            </a:extLst>
          </p:cNvPr>
          <p:cNvSpPr/>
          <p:nvPr/>
        </p:nvSpPr>
        <p:spPr>
          <a:xfrm>
            <a:off x="0" y="0"/>
            <a:ext cx="12192000" cy="4240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Computational Model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969B3D5-D4D7-41EE-8572-1C494DF2786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20000" contrast="40000"/>
          </a:blip>
          <a:stretch>
            <a:fillRect/>
          </a:stretch>
        </p:blipFill>
        <p:spPr>
          <a:xfrm>
            <a:off x="3653059" y="2296763"/>
            <a:ext cx="8313076" cy="9475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3877B0-141C-45E7-BCA7-783356687910}"/>
              </a:ext>
            </a:extLst>
          </p:cNvPr>
          <p:cNvSpPr/>
          <p:nvPr/>
        </p:nvSpPr>
        <p:spPr>
          <a:xfrm>
            <a:off x="225865" y="3244334"/>
            <a:ext cx="56630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MR12"/>
              </a:rPr>
              <a:t>where </a:t>
            </a:r>
            <a:r>
              <a:rPr lang="en-US" dirty="0" err="1">
                <a:latin typeface="CMMI12"/>
              </a:rPr>
              <a:t>a</a:t>
            </a:r>
            <a:r>
              <a:rPr lang="en-US" sz="1050" b="0" i="0" u="none" strike="noStrike" baseline="0" dirty="0" err="1">
                <a:latin typeface="CMMI8"/>
              </a:rPr>
              <a:t>ij</a:t>
            </a:r>
            <a:r>
              <a:rPr lang="en-US" sz="1050" b="0" i="0" u="none" strike="noStrike" baseline="0" dirty="0">
                <a:latin typeface="CMMI8"/>
              </a:rPr>
              <a:t> </a:t>
            </a:r>
            <a:r>
              <a:rPr lang="en-US" dirty="0">
                <a:latin typeface="CMR12"/>
              </a:rPr>
              <a:t>is the probability of transition between the states</a:t>
            </a:r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AB9E2DD-D446-4009-B466-A6D87719E89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20000" contrast="40000"/>
          </a:blip>
          <a:stretch>
            <a:fillRect/>
          </a:stretch>
        </p:blipFill>
        <p:spPr>
          <a:xfrm>
            <a:off x="3404139" y="4199806"/>
            <a:ext cx="8561996" cy="82413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5D1CC8-89E2-4663-AF04-88AEAA5D3D95}"/>
              </a:ext>
            </a:extLst>
          </p:cNvPr>
          <p:cNvSpPr/>
          <p:nvPr/>
        </p:nvSpPr>
        <p:spPr>
          <a:xfrm>
            <a:off x="415461" y="5117027"/>
            <a:ext cx="113610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MMI12"/>
              </a:rPr>
              <a:t>e</a:t>
            </a:r>
            <a:r>
              <a:rPr lang="en-US" sz="1050" b="0" i="0" u="none" strike="noStrike" baseline="0" dirty="0">
                <a:latin typeface="CMMI8"/>
              </a:rPr>
              <a:t>l</a:t>
            </a:r>
            <a:r>
              <a:rPr lang="en-US" dirty="0">
                <a:latin typeface="CMR12"/>
              </a:rPr>
              <a:t>(</a:t>
            </a:r>
            <a:r>
              <a:rPr lang="en-US" dirty="0" err="1">
                <a:latin typeface="CMMI12"/>
              </a:rPr>
              <a:t>i</a:t>
            </a:r>
            <a:r>
              <a:rPr lang="en-US" dirty="0">
                <a:latin typeface="CMMI12"/>
              </a:rPr>
              <a:t>) </a:t>
            </a:r>
            <a:r>
              <a:rPr lang="en-US" dirty="0">
                <a:latin typeface="CMR12"/>
              </a:rPr>
              <a:t>the probability to observe element </a:t>
            </a:r>
            <a:r>
              <a:rPr lang="en-US" dirty="0" err="1">
                <a:latin typeface="CMMI12"/>
              </a:rPr>
              <a:t>i</a:t>
            </a:r>
            <a:r>
              <a:rPr lang="en-US" dirty="0">
                <a:latin typeface="CMR12"/>
              </a:rPr>
              <a:t>(strands for C or G) in state </a:t>
            </a:r>
            <a:r>
              <a:rPr lang="en-US" sz="800" b="0" i="0" u="none" strike="noStrike" baseline="0" dirty="0">
                <a:latin typeface="CMSS8"/>
              </a:rPr>
              <a:t> </a:t>
            </a:r>
            <a:r>
              <a:rPr lang="en-US" dirty="0">
                <a:latin typeface="CMMI12"/>
              </a:rPr>
              <a:t>l </a:t>
            </a:r>
            <a:r>
              <a:rPr lang="en-US" dirty="0">
                <a:latin typeface="CMR12"/>
              </a:rPr>
              <a:t>; </a:t>
            </a:r>
            <a:r>
              <a:rPr lang="en-US" dirty="0">
                <a:latin typeface="CMMI12"/>
              </a:rPr>
              <a:t>p</a:t>
            </a:r>
            <a:r>
              <a:rPr lang="en-US" sz="1050" b="0" i="0" u="none" strike="noStrike" baseline="0" dirty="0">
                <a:latin typeface="CMMI8"/>
              </a:rPr>
              <a:t>k</a:t>
            </a:r>
            <a:r>
              <a:rPr lang="en-US" dirty="0">
                <a:latin typeface="CMR12"/>
              </a:rPr>
              <a:t>(</a:t>
            </a:r>
            <a:r>
              <a:rPr lang="en-US" dirty="0">
                <a:latin typeface="CMMI12"/>
              </a:rPr>
              <a:t>j; x</a:t>
            </a:r>
            <a:r>
              <a:rPr lang="en-US" dirty="0">
                <a:latin typeface="CMSY10"/>
              </a:rPr>
              <a:t>-</a:t>
            </a:r>
            <a:r>
              <a:rPr lang="en-US" dirty="0">
                <a:latin typeface="CMR12"/>
              </a:rPr>
              <a:t>1) is the probability of the most probable path ending at position</a:t>
            </a:r>
            <a:r>
              <a:rPr lang="en-US" sz="800" b="0" i="0" u="none" strike="noStrike" baseline="0" dirty="0">
                <a:latin typeface="CMSS8"/>
              </a:rPr>
              <a:t> </a:t>
            </a:r>
            <a:r>
              <a:rPr lang="en-US" dirty="0">
                <a:latin typeface="CMMI12"/>
              </a:rPr>
              <a:t>x-</a:t>
            </a:r>
            <a:r>
              <a:rPr lang="en-US" dirty="0">
                <a:latin typeface="CMR12"/>
              </a:rPr>
              <a:t>1 in state </a:t>
            </a:r>
            <a:r>
              <a:rPr lang="en-US" dirty="0">
                <a:latin typeface="CMMI12"/>
              </a:rPr>
              <a:t>k </a:t>
            </a:r>
            <a:r>
              <a:rPr lang="en-US" dirty="0">
                <a:latin typeface="CMR12"/>
              </a:rPr>
              <a:t>with element </a:t>
            </a:r>
            <a:r>
              <a:rPr lang="en-US" dirty="0">
                <a:latin typeface="CMMI12"/>
              </a:rPr>
              <a:t>j</a:t>
            </a:r>
            <a:r>
              <a:rPr lang="en-US" dirty="0">
                <a:latin typeface="CMR12"/>
              </a:rPr>
              <a:t>; </a:t>
            </a:r>
            <a:r>
              <a:rPr lang="en-US" dirty="0" err="1">
                <a:latin typeface="CMMI12"/>
              </a:rPr>
              <a:t>p</a:t>
            </a:r>
            <a:r>
              <a:rPr lang="en-US" sz="1050" b="0" i="0" u="none" strike="noStrike" baseline="0" dirty="0" err="1">
                <a:latin typeface="CMMI8"/>
              </a:rPr>
              <a:t>k</a:t>
            </a:r>
            <a:r>
              <a:rPr lang="en-US" dirty="0" err="1">
                <a:latin typeface="CMMI12"/>
              </a:rPr>
              <a:t>l</a:t>
            </a:r>
            <a:r>
              <a:rPr lang="en-US" dirty="0">
                <a:latin typeface="CMMI12"/>
              </a:rPr>
              <a:t> </a:t>
            </a:r>
            <a:r>
              <a:rPr lang="en-US" dirty="0">
                <a:latin typeface="CMR12"/>
              </a:rPr>
              <a:t>is the probability of the transition from state </a:t>
            </a:r>
            <a:r>
              <a:rPr lang="en-US" dirty="0">
                <a:latin typeface="CMMI12"/>
              </a:rPr>
              <a:t>l </a:t>
            </a:r>
            <a:r>
              <a:rPr lang="en-US" dirty="0">
                <a:latin typeface="CMR12"/>
              </a:rPr>
              <a:t>to state </a:t>
            </a:r>
            <a:r>
              <a:rPr lang="en-US" dirty="0">
                <a:latin typeface="CMMI12"/>
              </a:rPr>
              <a:t>k</a:t>
            </a:r>
            <a:r>
              <a:rPr lang="en-US" dirty="0">
                <a:latin typeface="CMR12"/>
              </a:rPr>
              <a:t>.</a:t>
            </a:r>
            <a:endParaRPr lang="en-US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56F9218-DC39-47F8-B359-5B0F306FFC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2893" y="906318"/>
            <a:ext cx="8718036" cy="109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828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0A4DE6-E587-49E5-9842-662F19716C3E}"/>
              </a:ext>
            </a:extLst>
          </p:cNvPr>
          <p:cNvSpPr/>
          <p:nvPr/>
        </p:nvSpPr>
        <p:spPr>
          <a:xfrm>
            <a:off x="0" y="0"/>
            <a:ext cx="12192000" cy="4240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Computational Model</a:t>
            </a:r>
          </a:p>
        </p:txBody>
      </p:sp>
      <p:pic>
        <p:nvPicPr>
          <p:cNvPr id="48" name="Image 47">
            <a:extLst>
              <a:ext uri="{FF2B5EF4-FFF2-40B4-BE49-F238E27FC236}">
                <a16:creationId xmlns:a16="http://schemas.microsoft.com/office/drawing/2014/main" id="{528091B2-8A3F-4A1C-946D-5183E0584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603" y="884567"/>
            <a:ext cx="4375594" cy="2250883"/>
          </a:xfrm>
          <a:prstGeom prst="rect">
            <a:avLst/>
          </a:prstGeom>
        </p:spPr>
      </p:pic>
      <p:pic>
        <p:nvPicPr>
          <p:cNvPr id="49" name="Image 48">
            <a:extLst>
              <a:ext uri="{FF2B5EF4-FFF2-40B4-BE49-F238E27FC236}">
                <a16:creationId xmlns:a16="http://schemas.microsoft.com/office/drawing/2014/main" id="{CEC36337-1295-4122-B7E1-41FA9F04F3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494"/>
          <a:stretch/>
        </p:blipFill>
        <p:spPr>
          <a:xfrm>
            <a:off x="4220651" y="3286452"/>
            <a:ext cx="3465497" cy="288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254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93CBD9-8C02-43FC-8109-661BB351BE58}"/>
              </a:ext>
            </a:extLst>
          </p:cNvPr>
          <p:cNvSpPr/>
          <p:nvPr/>
        </p:nvSpPr>
        <p:spPr>
          <a:xfrm>
            <a:off x="0" y="0"/>
            <a:ext cx="12192000" cy="4240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Computational Model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C9B05BFD-F92D-4FC4-AB19-A307352A71DB}"/>
              </a:ext>
            </a:extLst>
          </p:cNvPr>
          <p:cNvGrpSpPr/>
          <p:nvPr/>
        </p:nvGrpSpPr>
        <p:grpSpPr>
          <a:xfrm>
            <a:off x="3209677" y="2618088"/>
            <a:ext cx="1499258" cy="749629"/>
            <a:chOff x="2102329" y="863282"/>
            <a:chExt cx="1499258" cy="749629"/>
          </a:xfrm>
        </p:grpSpPr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93FED460-D090-4697-9269-A55A102B1639}"/>
                </a:ext>
              </a:extLst>
            </p:cNvPr>
            <p:cNvSpPr/>
            <p:nvPr/>
          </p:nvSpPr>
          <p:spPr>
            <a:xfrm>
              <a:off x="2102329" y="863282"/>
              <a:ext cx="1499258" cy="74962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Rectangle : coins arrondis 4">
              <a:extLst>
                <a:ext uri="{FF2B5EF4-FFF2-40B4-BE49-F238E27FC236}">
                  <a16:creationId xmlns:a16="http://schemas.microsoft.com/office/drawing/2014/main" id="{DB1157BD-6FA7-4F9A-994E-C856873EB4F4}"/>
                </a:ext>
              </a:extLst>
            </p:cNvPr>
            <p:cNvSpPr txBox="1"/>
            <p:nvPr/>
          </p:nvSpPr>
          <p:spPr>
            <a:xfrm>
              <a:off x="2124285" y="885238"/>
              <a:ext cx="1455346" cy="7057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HMM</a:t>
              </a:r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2006A73F-A532-401F-A0DC-A3853FF0FAD2}"/>
              </a:ext>
            </a:extLst>
          </p:cNvPr>
          <p:cNvGrpSpPr/>
          <p:nvPr/>
        </p:nvGrpSpPr>
        <p:grpSpPr>
          <a:xfrm>
            <a:off x="5352551" y="1176744"/>
            <a:ext cx="1499258" cy="749629"/>
            <a:chOff x="4201291" y="1209"/>
            <a:chExt cx="1499258" cy="749629"/>
          </a:xfrm>
        </p:grpSpPr>
        <p:sp>
          <p:nvSpPr>
            <p:cNvPr id="19" name="Rectangle : coins arrondis 18">
              <a:extLst>
                <a:ext uri="{FF2B5EF4-FFF2-40B4-BE49-F238E27FC236}">
                  <a16:creationId xmlns:a16="http://schemas.microsoft.com/office/drawing/2014/main" id="{8EADDA38-5125-4D0B-9A65-FFF30F46F14B}"/>
                </a:ext>
              </a:extLst>
            </p:cNvPr>
            <p:cNvSpPr/>
            <p:nvPr/>
          </p:nvSpPr>
          <p:spPr>
            <a:xfrm>
              <a:off x="4201291" y="1209"/>
              <a:ext cx="1499258" cy="74962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Rectangle : coins arrondis 8">
              <a:extLst>
                <a:ext uri="{FF2B5EF4-FFF2-40B4-BE49-F238E27FC236}">
                  <a16:creationId xmlns:a16="http://schemas.microsoft.com/office/drawing/2014/main" id="{F425F2DE-0807-4017-B900-331E22941E02}"/>
                </a:ext>
              </a:extLst>
            </p:cNvPr>
            <p:cNvSpPr txBox="1"/>
            <p:nvPr/>
          </p:nvSpPr>
          <p:spPr>
            <a:xfrm>
              <a:off x="4223247" y="23165"/>
              <a:ext cx="1455346" cy="7057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Viterbi</a:t>
              </a:r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4D9F5B92-9100-42CA-AFA7-7584FA4E9F1C}"/>
              </a:ext>
            </a:extLst>
          </p:cNvPr>
          <p:cNvGrpSpPr/>
          <p:nvPr/>
        </p:nvGrpSpPr>
        <p:grpSpPr>
          <a:xfrm>
            <a:off x="5308639" y="2618088"/>
            <a:ext cx="1499258" cy="749629"/>
            <a:chOff x="4201291" y="863282"/>
            <a:chExt cx="1499258" cy="749629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C42B6765-B827-48A0-B6DD-94AFEBD0617E}"/>
                </a:ext>
              </a:extLst>
            </p:cNvPr>
            <p:cNvSpPr/>
            <p:nvPr/>
          </p:nvSpPr>
          <p:spPr>
            <a:xfrm>
              <a:off x="4201291" y="863282"/>
              <a:ext cx="1499258" cy="74962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ectangle : coins arrondis 12">
              <a:extLst>
                <a:ext uri="{FF2B5EF4-FFF2-40B4-BE49-F238E27FC236}">
                  <a16:creationId xmlns:a16="http://schemas.microsoft.com/office/drawing/2014/main" id="{1A71B857-A7DB-4776-98DC-A4FC402CAD15}"/>
                </a:ext>
              </a:extLst>
            </p:cNvPr>
            <p:cNvSpPr txBox="1"/>
            <p:nvPr/>
          </p:nvSpPr>
          <p:spPr>
            <a:xfrm>
              <a:off x="4223247" y="885238"/>
              <a:ext cx="1455346" cy="7057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Baum Walch</a:t>
              </a:r>
              <a:endParaRPr lang="en-US" sz="20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Connecteur droit 14">
            <a:extLst>
              <a:ext uri="{FF2B5EF4-FFF2-40B4-BE49-F238E27FC236}">
                <a16:creationId xmlns:a16="http://schemas.microsoft.com/office/drawing/2014/main" id="{AB1921D6-6D08-4B4C-A18A-408638FDE862}"/>
              </a:ext>
            </a:extLst>
          </p:cNvPr>
          <p:cNvSpPr txBox="1"/>
          <p:nvPr/>
        </p:nvSpPr>
        <p:spPr>
          <a:xfrm rot="3310531">
            <a:off x="4982534" y="3397686"/>
            <a:ext cx="52507" cy="5250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000" kern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B4EFE393-631E-4AAE-8718-BD148303F52F}"/>
              </a:ext>
            </a:extLst>
          </p:cNvPr>
          <p:cNvGrpSpPr/>
          <p:nvPr/>
        </p:nvGrpSpPr>
        <p:grpSpPr>
          <a:xfrm>
            <a:off x="5330595" y="4229791"/>
            <a:ext cx="1499258" cy="749629"/>
            <a:chOff x="4201291" y="1725356"/>
            <a:chExt cx="1499258" cy="749629"/>
          </a:xfrm>
        </p:grpSpPr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7D9E743C-387B-4E41-B841-89B1C0B021A0}"/>
                </a:ext>
              </a:extLst>
            </p:cNvPr>
            <p:cNvSpPr/>
            <p:nvPr/>
          </p:nvSpPr>
          <p:spPr>
            <a:xfrm>
              <a:off x="4201291" y="1725356"/>
              <a:ext cx="1499258" cy="74962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ectangle : coins arrondis 16">
              <a:extLst>
                <a:ext uri="{FF2B5EF4-FFF2-40B4-BE49-F238E27FC236}">
                  <a16:creationId xmlns:a16="http://schemas.microsoft.com/office/drawing/2014/main" id="{8B3A395D-32D4-4722-BB78-F1C5365F3B32}"/>
                </a:ext>
              </a:extLst>
            </p:cNvPr>
            <p:cNvSpPr txBox="1"/>
            <p:nvPr/>
          </p:nvSpPr>
          <p:spPr>
            <a:xfrm>
              <a:off x="4223247" y="1747312"/>
              <a:ext cx="1455346" cy="7057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MCMC</a:t>
              </a: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F5684E76-1C9D-447A-B609-6530CA9A593C}"/>
              </a:ext>
            </a:extLst>
          </p:cNvPr>
          <p:cNvGrpSpPr/>
          <p:nvPr/>
        </p:nvGrpSpPr>
        <p:grpSpPr>
          <a:xfrm>
            <a:off x="5346371" y="4251747"/>
            <a:ext cx="1499258" cy="749629"/>
            <a:chOff x="4201291" y="1725356"/>
            <a:chExt cx="1499258" cy="749629"/>
          </a:xfrm>
          <a:solidFill>
            <a:srgbClr val="FF5050"/>
          </a:solidFill>
        </p:grpSpPr>
        <p:sp>
          <p:nvSpPr>
            <p:cNvPr id="26" name="Rectangle : coins arrondis 25">
              <a:extLst>
                <a:ext uri="{FF2B5EF4-FFF2-40B4-BE49-F238E27FC236}">
                  <a16:creationId xmlns:a16="http://schemas.microsoft.com/office/drawing/2014/main" id="{BA22D10D-72FB-43B5-904A-BF0DD129BA68}"/>
                </a:ext>
              </a:extLst>
            </p:cNvPr>
            <p:cNvSpPr/>
            <p:nvPr/>
          </p:nvSpPr>
          <p:spPr>
            <a:xfrm>
              <a:off x="4201291" y="1725356"/>
              <a:ext cx="1499258" cy="749629"/>
            </a:xfrm>
            <a:prstGeom prst="roundRect">
              <a:avLst>
                <a:gd name="adj" fmla="val 10000"/>
              </a:avLst>
            </a:prstGeom>
            <a:grpFill/>
            <a:ln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27" name="Rectangle : coins arrondis 16">
              <a:extLst>
                <a:ext uri="{FF2B5EF4-FFF2-40B4-BE49-F238E27FC236}">
                  <a16:creationId xmlns:a16="http://schemas.microsoft.com/office/drawing/2014/main" id="{E4FA2714-2C71-48D9-BEE6-D0398781207D}"/>
                </a:ext>
              </a:extLst>
            </p:cNvPr>
            <p:cNvSpPr txBox="1"/>
            <p:nvPr/>
          </p:nvSpPr>
          <p:spPr>
            <a:xfrm>
              <a:off x="4223247" y="1747312"/>
              <a:ext cx="1455346" cy="705717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MCMC</a:t>
              </a:r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39E981B7-609F-4D97-BCC9-40593710023A}"/>
              </a:ext>
            </a:extLst>
          </p:cNvPr>
          <p:cNvGrpSpPr/>
          <p:nvPr/>
        </p:nvGrpSpPr>
        <p:grpSpPr>
          <a:xfrm>
            <a:off x="5368327" y="1174080"/>
            <a:ext cx="1499258" cy="749629"/>
            <a:chOff x="4201291" y="1209"/>
            <a:chExt cx="1499258" cy="749629"/>
          </a:xfrm>
          <a:solidFill>
            <a:schemeClr val="accent6">
              <a:lumMod val="50000"/>
            </a:schemeClr>
          </a:solidFill>
        </p:grpSpPr>
        <p:sp>
          <p:nvSpPr>
            <p:cNvPr id="29" name="Rectangle : coins arrondis 28">
              <a:extLst>
                <a:ext uri="{FF2B5EF4-FFF2-40B4-BE49-F238E27FC236}">
                  <a16:creationId xmlns:a16="http://schemas.microsoft.com/office/drawing/2014/main" id="{4C737BDA-CAB6-4089-89B6-1D574D6ED505}"/>
                </a:ext>
              </a:extLst>
            </p:cNvPr>
            <p:cNvSpPr/>
            <p:nvPr/>
          </p:nvSpPr>
          <p:spPr>
            <a:xfrm>
              <a:off x="4201291" y="1209"/>
              <a:ext cx="1499258" cy="749629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0" name="Rectangle : coins arrondis 8">
              <a:extLst>
                <a:ext uri="{FF2B5EF4-FFF2-40B4-BE49-F238E27FC236}">
                  <a16:creationId xmlns:a16="http://schemas.microsoft.com/office/drawing/2014/main" id="{AC949DFF-83CB-436B-942F-2091BB26DB62}"/>
                </a:ext>
              </a:extLst>
            </p:cNvPr>
            <p:cNvSpPr txBox="1"/>
            <p:nvPr/>
          </p:nvSpPr>
          <p:spPr>
            <a:xfrm>
              <a:off x="4223247" y="23165"/>
              <a:ext cx="1455346" cy="705717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Viterbi</a:t>
              </a:r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ACBDDD14-223A-4621-8003-E581D71CA6B9}"/>
              </a:ext>
            </a:extLst>
          </p:cNvPr>
          <p:cNvGrpSpPr/>
          <p:nvPr/>
        </p:nvGrpSpPr>
        <p:grpSpPr>
          <a:xfrm>
            <a:off x="5324415" y="2615424"/>
            <a:ext cx="1499258" cy="749629"/>
            <a:chOff x="4201291" y="863282"/>
            <a:chExt cx="1499258" cy="749629"/>
          </a:xfrm>
          <a:solidFill>
            <a:schemeClr val="accent6">
              <a:lumMod val="50000"/>
            </a:schemeClr>
          </a:solidFill>
        </p:grpSpPr>
        <p:sp>
          <p:nvSpPr>
            <p:cNvPr id="32" name="Rectangle : coins arrondis 31">
              <a:extLst>
                <a:ext uri="{FF2B5EF4-FFF2-40B4-BE49-F238E27FC236}">
                  <a16:creationId xmlns:a16="http://schemas.microsoft.com/office/drawing/2014/main" id="{13B5A4DD-ED4F-45E6-8490-BC319F30BD21}"/>
                </a:ext>
              </a:extLst>
            </p:cNvPr>
            <p:cNvSpPr/>
            <p:nvPr/>
          </p:nvSpPr>
          <p:spPr>
            <a:xfrm>
              <a:off x="4201291" y="863282"/>
              <a:ext cx="1499258" cy="749629"/>
            </a:xfrm>
            <a:prstGeom prst="roundRect">
              <a:avLst>
                <a:gd name="adj" fmla="val 1000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3" name="Rectangle : coins arrondis 12">
              <a:extLst>
                <a:ext uri="{FF2B5EF4-FFF2-40B4-BE49-F238E27FC236}">
                  <a16:creationId xmlns:a16="http://schemas.microsoft.com/office/drawing/2014/main" id="{79DBCC9C-5571-4E0B-B6CE-9AB6218E3C09}"/>
                </a:ext>
              </a:extLst>
            </p:cNvPr>
            <p:cNvSpPr txBox="1"/>
            <p:nvPr/>
          </p:nvSpPr>
          <p:spPr>
            <a:xfrm>
              <a:off x="4223247" y="885238"/>
              <a:ext cx="1455346" cy="705717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700" tIns="12700" rIns="12700" bIns="127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Baum Walch</a:t>
              </a:r>
              <a:endParaRPr lang="en-US" sz="20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5F7C5A74-575C-4967-8F9A-1A74D73DB7DD}"/>
              </a:ext>
            </a:extLst>
          </p:cNvPr>
          <p:cNvCxnSpPr>
            <a:stCxn id="23" idx="3"/>
            <a:endCxn id="30" idx="1"/>
          </p:cNvCxnSpPr>
          <p:nvPr/>
        </p:nvCxnSpPr>
        <p:spPr>
          <a:xfrm flipV="1">
            <a:off x="4708935" y="1548895"/>
            <a:ext cx="681348" cy="14440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DC1F2D18-8335-41E2-91FE-A72324BCEE71}"/>
              </a:ext>
            </a:extLst>
          </p:cNvPr>
          <p:cNvCxnSpPr>
            <a:stCxn id="24" idx="3"/>
            <a:endCxn id="32" idx="1"/>
          </p:cNvCxnSpPr>
          <p:nvPr/>
        </p:nvCxnSpPr>
        <p:spPr>
          <a:xfrm flipV="1">
            <a:off x="4686979" y="2990239"/>
            <a:ext cx="637436" cy="26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E20A8A2C-0C15-4082-8344-1D869160BF34}"/>
              </a:ext>
            </a:extLst>
          </p:cNvPr>
          <p:cNvCxnSpPr>
            <a:stCxn id="23" idx="3"/>
            <a:endCxn id="26" idx="1"/>
          </p:cNvCxnSpPr>
          <p:nvPr/>
        </p:nvCxnSpPr>
        <p:spPr>
          <a:xfrm>
            <a:off x="4708935" y="2992903"/>
            <a:ext cx="637436" cy="1633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FCA57C7E-5547-4E9A-956E-3C3FDB7F39B0}"/>
              </a:ext>
            </a:extLst>
          </p:cNvPr>
          <p:cNvSpPr/>
          <p:nvPr/>
        </p:nvSpPr>
        <p:spPr>
          <a:xfrm>
            <a:off x="3231633" y="5690427"/>
            <a:ext cx="1620982" cy="4240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Specificity</a:t>
            </a:r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888775AE-3C98-4C60-8A85-DB7C559AC919}"/>
              </a:ext>
            </a:extLst>
          </p:cNvPr>
          <p:cNvSpPr/>
          <p:nvPr/>
        </p:nvSpPr>
        <p:spPr>
          <a:xfrm>
            <a:off x="6951577" y="5690427"/>
            <a:ext cx="1620982" cy="4240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Sensitivity</a:t>
            </a:r>
          </a:p>
        </p:txBody>
      </p:sp>
    </p:spTree>
    <p:extLst>
      <p:ext uri="{BB962C8B-B14F-4D97-AF65-F5344CB8AC3E}">
        <p14:creationId xmlns:p14="http://schemas.microsoft.com/office/powerpoint/2010/main" val="3167991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93CBD9-8C02-43FC-8109-661BB351BE58}"/>
              </a:ext>
            </a:extLst>
          </p:cNvPr>
          <p:cNvSpPr/>
          <p:nvPr/>
        </p:nvSpPr>
        <p:spPr>
          <a:xfrm>
            <a:off x="0" y="0"/>
            <a:ext cx="12192000" cy="4240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Results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DEB5920-9539-4B2A-88B2-E80145F775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251"/>
          <a:stretch/>
        </p:blipFill>
        <p:spPr>
          <a:xfrm>
            <a:off x="416256" y="527037"/>
            <a:ext cx="11359487" cy="605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754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C083C581-B0FE-4B34-BBC4-02BDE6566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102F178-3944-413F-AA2B-E5216D2A947A}"/>
              </a:ext>
            </a:extLst>
          </p:cNvPr>
          <p:cNvSpPr/>
          <p:nvPr/>
        </p:nvSpPr>
        <p:spPr>
          <a:xfrm>
            <a:off x="101751" y="828667"/>
            <a:ext cx="84416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Model for Predicting the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Hypermethylations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Tumor Suppressor Gene Promoters as a Cause of Cancer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EF427D-75E5-4A60-9998-0E651BD25321}"/>
              </a:ext>
            </a:extLst>
          </p:cNvPr>
          <p:cNvSpPr/>
          <p:nvPr/>
        </p:nvSpPr>
        <p:spPr>
          <a:xfrm>
            <a:off x="10306032" y="5298954"/>
            <a:ext cx="265043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Imane </a:t>
            </a:r>
            <a:r>
              <a:rPr lang="fr-F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Saif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fr-F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Najwa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Hassou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fr-FR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Yassine Kasmi,</a:t>
            </a:r>
          </a:p>
          <a:p>
            <a:r>
              <a:rPr lang="fr-F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Berjas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Abumsimir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Karam </a:t>
            </a:r>
            <a:r>
              <a:rPr lang="fr-F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Allali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fr-F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Mustapha </a:t>
            </a:r>
            <a:r>
              <a:rPr lang="fr-F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Ennaji</a:t>
            </a: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59D269-EC31-4FC8-8DB5-744502F9C643}"/>
              </a:ext>
            </a:extLst>
          </p:cNvPr>
          <p:cNvSpPr/>
          <p:nvPr/>
        </p:nvSpPr>
        <p:spPr>
          <a:xfrm rot="858096">
            <a:off x="3445562" y="6031014"/>
            <a:ext cx="41791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Hassan II University, Casablanca, Morocco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E4355C8-1DCB-4C0C-8EBF-AA1A0B290F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945" t="28105" r="36794" b="65160"/>
          <a:stretch/>
        </p:blipFill>
        <p:spPr>
          <a:xfrm>
            <a:off x="0" y="10613"/>
            <a:ext cx="1980225" cy="331841"/>
          </a:xfrm>
          <a:prstGeom prst="rect">
            <a:avLst/>
          </a:prstGeom>
        </p:spPr>
      </p:pic>
      <p:pic>
        <p:nvPicPr>
          <p:cNvPr id="8" name="Picture 2" descr="Image result for hassan ii university of casablanca">
            <a:extLst>
              <a:ext uri="{FF2B5EF4-FFF2-40B4-BE49-F238E27FC236}">
                <a16:creationId xmlns:a16="http://schemas.microsoft.com/office/drawing/2014/main" id="{3859485D-C1B0-4CF5-BD0D-4693AEF38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1250" y="10614"/>
            <a:ext cx="560750" cy="461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1966104A-A984-4A00-BB5F-F548CEF8970F}"/>
              </a:ext>
            </a:extLst>
          </p:cNvPr>
          <p:cNvSpPr txBox="1"/>
          <p:nvPr/>
        </p:nvSpPr>
        <p:spPr>
          <a:xfrm>
            <a:off x="3974122" y="4935781"/>
            <a:ext cx="5486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“We are express of gene and maturation of the </a:t>
            </a:r>
            <a:r>
              <a:rPr lang="en-US" sz="1600" dirty="0" err="1"/>
              <a:t>environment”YK</a:t>
            </a:r>
            <a:endParaRPr lang="en-US" sz="1600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E792971-D3C0-417F-9F74-038202F4B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0072" y="2530749"/>
            <a:ext cx="7336108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	</a:t>
            </a:r>
            <a:r>
              <a:rPr lang="en-US" altLang="fr-FR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altLang="fr-FR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fr-FR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displays the string inside quotation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fr-FR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fr-FR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	</a:t>
            </a:r>
            <a:r>
              <a:rPr lang="en-US" altLang="fr-FR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fr-FR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fr-FR" altLang="fr-FR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fr-FR" altLang="fr-F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fr-FR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fr-FR" altLang="fr-F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fr-FR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</a:t>
            </a:r>
            <a:r>
              <a:rPr lang="fr-FR" altLang="fr-F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Much</a:t>
            </a:r>
            <a:r>
              <a:rPr kumimoji="0" lang="fr-FR" altLang="fr-FR" sz="2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lang="en-US" altLang="fr-FR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fr-FR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fr-FR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return 0;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kumimoji="0" lang="fr-FR" altLang="fr-F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110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41D86114-93CE-4D23-AA60-CED9C072F4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814" t="29642" r="18843" b="16999"/>
          <a:stretch/>
        </p:blipFill>
        <p:spPr>
          <a:xfrm>
            <a:off x="1897039" y="1337481"/>
            <a:ext cx="7478973" cy="3657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8F49095-C6F6-4610-A978-6F9AB2D175E5}"/>
              </a:ext>
            </a:extLst>
          </p:cNvPr>
          <p:cNvSpPr/>
          <p:nvPr/>
        </p:nvSpPr>
        <p:spPr>
          <a:xfrm>
            <a:off x="0" y="0"/>
            <a:ext cx="12192000" cy="4240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Complement</a:t>
            </a:r>
          </a:p>
        </p:txBody>
      </p:sp>
    </p:spTree>
    <p:extLst>
      <p:ext uri="{BB962C8B-B14F-4D97-AF65-F5344CB8AC3E}">
        <p14:creationId xmlns:p14="http://schemas.microsoft.com/office/powerpoint/2010/main" val="1507849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s://pinkhope.org.au/wp-content/uploads/2015/09/damaged.jpg">
            <a:extLst>
              <a:ext uri="{FF2B5EF4-FFF2-40B4-BE49-F238E27FC236}">
                <a16:creationId xmlns:a16="http://schemas.microsoft.com/office/drawing/2014/main" id="{E1D031CA-8915-4866-AC73-552037CAE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3539" y="108886"/>
            <a:ext cx="4923486" cy="6640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43009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974</TotalTime>
  <Words>227</Words>
  <Application>Microsoft Office PowerPoint</Application>
  <PresentationFormat>Grand écran</PresentationFormat>
  <Paragraphs>57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22" baseType="lpstr">
      <vt:lpstr>Arial</vt:lpstr>
      <vt:lpstr>Arial Black</vt:lpstr>
      <vt:lpstr>Calibri</vt:lpstr>
      <vt:lpstr>Calibri Light</vt:lpstr>
      <vt:lpstr>CMMI12</vt:lpstr>
      <vt:lpstr>CMMI8</vt:lpstr>
      <vt:lpstr>CMR12</vt:lpstr>
      <vt:lpstr>CMSS8</vt:lpstr>
      <vt:lpstr>CMSY10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Yassine Kasmi</dc:creator>
  <cp:lastModifiedBy>Yassine Kasmi</cp:lastModifiedBy>
  <cp:revision>25</cp:revision>
  <dcterms:created xsi:type="dcterms:W3CDTF">2018-10-27T08:53:26Z</dcterms:created>
  <dcterms:modified xsi:type="dcterms:W3CDTF">2018-10-29T23:34:45Z</dcterms:modified>
</cp:coreProperties>
</file>