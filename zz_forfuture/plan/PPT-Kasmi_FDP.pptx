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8" r:id="rId4"/>
    <p:sldId id="336" r:id="rId5"/>
    <p:sldId id="334" r:id="rId6"/>
    <p:sldId id="270" r:id="rId7"/>
    <p:sldId id="272" r:id="rId8"/>
    <p:sldId id="330" r:id="rId9"/>
    <p:sldId id="332" r:id="rId10"/>
    <p:sldId id="257" r:id="rId11"/>
    <p:sldId id="259" r:id="rId12"/>
    <p:sldId id="260" r:id="rId13"/>
    <p:sldId id="261" r:id="rId14"/>
    <p:sldId id="342" r:id="rId15"/>
    <p:sldId id="262" r:id="rId16"/>
    <p:sldId id="343" r:id="rId17"/>
    <p:sldId id="341" r:id="rId18"/>
    <p:sldId id="264" r:id="rId19"/>
    <p:sldId id="266" r:id="rId20"/>
    <p:sldId id="337" r:id="rId21"/>
    <p:sldId id="285" r:id="rId22"/>
    <p:sldId id="338" r:id="rId23"/>
    <p:sldId id="287" r:id="rId24"/>
    <p:sldId id="288" r:id="rId25"/>
    <p:sldId id="339" r:id="rId26"/>
    <p:sldId id="340" r:id="rId27"/>
    <p:sldId id="335" r:id="rId28"/>
    <p:sldId id="344" r:id="rId29"/>
    <p:sldId id="267" r:id="rId30"/>
    <p:sldId id="263" r:id="rId3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39B59C-9062-43BA-A02E-E133BCBA84C3}" type="doc">
      <dgm:prSet loTypeId="urn:microsoft.com/office/officeart/2008/layout/HalfCircleOrganizationChart" loCatId="hierarchy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CB0B799-BFB5-4D6B-BA60-2B2F28576943}">
      <dgm:prSet phldrT="[Texte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Methylation Analysis</a:t>
          </a:r>
        </a:p>
      </dgm:t>
    </dgm:pt>
    <dgm:pt modelId="{0CD247DF-6D8E-47CB-A981-C81CA9B449F7}" type="parTrans" cxnId="{1EA59A3E-E40F-42CE-90B0-ABBD811E7EA2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4BD661-1C0D-4C22-8B3B-CF24121F4845}" type="sibTrans" cxnId="{1EA59A3E-E40F-42CE-90B0-ABBD811E7EA2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6856309-1803-48A3-AA3F-B8D779135CA1}">
      <dgm:prSet phldrT="[Texte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Whole genome </a:t>
          </a:r>
        </a:p>
      </dgm:t>
    </dgm:pt>
    <dgm:pt modelId="{9A3C059A-451A-44F9-9460-1B652EC5A4D7}" type="parTrans" cxnId="{70902D03-9726-41DA-B53E-70CC26D90D0C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AC975FF-AE3E-4C15-8242-DF4EB6005B56}" type="sibTrans" cxnId="{70902D03-9726-41DA-B53E-70CC26D90D0C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EAF8A9D-F41F-4B62-AAF6-604ADCA6A38A}">
      <dgm:prSet phldrT="[Texte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Profiling </a:t>
          </a:r>
        </a:p>
      </dgm:t>
    </dgm:pt>
    <dgm:pt modelId="{39736840-0292-4D4A-8526-AB8C3A43CA0C}" type="parTrans" cxnId="{1483DEEE-02DD-47BC-8051-1BBA737D00F1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F61A699-4703-4DDF-9342-931466161E12}" type="sibTrans" cxnId="{1483DEEE-02DD-47BC-8051-1BBA737D00F1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1C3464-A51E-4B62-8CFC-945779B019C6}">
      <dgm:prSet phldrT="[Texte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Predictive Mode</a:t>
          </a:r>
        </a:p>
      </dgm:t>
    </dgm:pt>
    <dgm:pt modelId="{8D022D27-83D6-425F-BC0E-4C5AC3D271F7}" type="parTrans" cxnId="{F52B31F2-AFB5-465E-BD28-07C63A58D119}">
      <dgm:prSet/>
      <dgm:spPr/>
      <dgm:t>
        <a:bodyPr/>
        <a:lstStyle/>
        <a:p>
          <a:endParaRPr lang="en-US" sz="1800"/>
        </a:p>
      </dgm:t>
    </dgm:pt>
    <dgm:pt modelId="{0ABF4989-3885-437D-9343-424A756999EF}" type="sibTrans" cxnId="{F52B31F2-AFB5-465E-BD28-07C63A58D119}">
      <dgm:prSet/>
      <dgm:spPr/>
      <dgm:t>
        <a:bodyPr/>
        <a:lstStyle/>
        <a:p>
          <a:endParaRPr lang="en-US" sz="1800"/>
        </a:p>
      </dgm:t>
    </dgm:pt>
    <dgm:pt modelId="{C83D6796-35F4-4DBD-931E-411E4004758B}">
      <dgm:prSet phldrT="[Texte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NGS</a:t>
          </a:r>
        </a:p>
      </dgm:t>
    </dgm:pt>
    <dgm:pt modelId="{AB003866-0584-4C42-8AAF-79E0A66C7B27}" type="parTrans" cxnId="{FCBA8C84-BDC6-4D7F-951B-4C83546BDB4B}">
      <dgm:prSet/>
      <dgm:spPr/>
      <dgm:t>
        <a:bodyPr/>
        <a:lstStyle/>
        <a:p>
          <a:endParaRPr lang="en-US"/>
        </a:p>
      </dgm:t>
    </dgm:pt>
    <dgm:pt modelId="{4E3029C8-120F-44AE-A3FC-A7D1A0CAB9E9}" type="sibTrans" cxnId="{FCBA8C84-BDC6-4D7F-951B-4C83546BDB4B}">
      <dgm:prSet/>
      <dgm:spPr/>
      <dgm:t>
        <a:bodyPr/>
        <a:lstStyle/>
        <a:p>
          <a:endParaRPr lang="en-US"/>
        </a:p>
      </dgm:t>
    </dgm:pt>
    <dgm:pt modelId="{2C08E654-1BF3-4F7F-8E00-3E8B3B329F47}">
      <dgm:prSet phldrT="[Texte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BS PCR</a:t>
          </a:r>
        </a:p>
      </dgm:t>
    </dgm:pt>
    <dgm:pt modelId="{42FDF5DD-7122-4257-84E5-72DDF8A6ACED}" type="parTrans" cxnId="{00378575-9F77-47A5-8F87-29D6F0B08403}">
      <dgm:prSet/>
      <dgm:spPr/>
      <dgm:t>
        <a:bodyPr/>
        <a:lstStyle/>
        <a:p>
          <a:endParaRPr lang="de-DE"/>
        </a:p>
      </dgm:t>
    </dgm:pt>
    <dgm:pt modelId="{28DB8336-C6BA-4549-97EA-B733B4D4310B}" type="sibTrans" cxnId="{00378575-9F77-47A5-8F87-29D6F0B08403}">
      <dgm:prSet/>
      <dgm:spPr/>
      <dgm:t>
        <a:bodyPr/>
        <a:lstStyle/>
        <a:p>
          <a:endParaRPr lang="de-DE"/>
        </a:p>
      </dgm:t>
    </dgm:pt>
    <dgm:pt modelId="{3A236617-E729-47FE-B61A-F94EE1AFB9FE}" type="pres">
      <dgm:prSet presAssocID="{3F39B59C-9062-43BA-A02E-E133BCBA84C3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8CCC353-CFC8-4BAD-9EF4-43FB4BA1AA8B}" type="pres">
      <dgm:prSet presAssocID="{DCB0B799-BFB5-4D6B-BA60-2B2F28576943}" presName="hierRoot1" presStyleCnt="0">
        <dgm:presLayoutVars>
          <dgm:hierBranch val="init"/>
        </dgm:presLayoutVars>
      </dgm:prSet>
      <dgm:spPr/>
    </dgm:pt>
    <dgm:pt modelId="{05732483-230F-40A2-B7AE-CDE6BE7A56E5}" type="pres">
      <dgm:prSet presAssocID="{DCB0B799-BFB5-4D6B-BA60-2B2F28576943}" presName="rootComposite1" presStyleCnt="0"/>
      <dgm:spPr/>
    </dgm:pt>
    <dgm:pt modelId="{B2057D43-5FF8-4C5F-A68C-E6F86BBFC30E}" type="pres">
      <dgm:prSet presAssocID="{DCB0B799-BFB5-4D6B-BA60-2B2F28576943}" presName="rootText1" presStyleLbl="alignAcc1" presStyleIdx="0" presStyleCnt="0">
        <dgm:presLayoutVars>
          <dgm:chPref val="3"/>
        </dgm:presLayoutVars>
      </dgm:prSet>
      <dgm:spPr/>
    </dgm:pt>
    <dgm:pt modelId="{1DD122C7-3A71-417A-9C4D-5B0CCCD4C370}" type="pres">
      <dgm:prSet presAssocID="{DCB0B799-BFB5-4D6B-BA60-2B2F28576943}" presName="topArc1" presStyleLbl="parChTrans1D1" presStyleIdx="0" presStyleCnt="12"/>
      <dgm:spPr/>
    </dgm:pt>
    <dgm:pt modelId="{AF10D3E6-6604-4B95-962B-59292B2CB786}" type="pres">
      <dgm:prSet presAssocID="{DCB0B799-BFB5-4D6B-BA60-2B2F28576943}" presName="bottomArc1" presStyleLbl="parChTrans1D1" presStyleIdx="1" presStyleCnt="12"/>
      <dgm:spPr/>
    </dgm:pt>
    <dgm:pt modelId="{52E6F2DE-EB5F-46EC-B7D7-E6C6CF3880B3}" type="pres">
      <dgm:prSet presAssocID="{DCB0B799-BFB5-4D6B-BA60-2B2F28576943}" presName="topConnNode1" presStyleLbl="node1" presStyleIdx="0" presStyleCnt="0"/>
      <dgm:spPr/>
    </dgm:pt>
    <dgm:pt modelId="{C86F12A0-9288-48C8-95A3-B22438C7FD38}" type="pres">
      <dgm:prSet presAssocID="{DCB0B799-BFB5-4D6B-BA60-2B2F28576943}" presName="hierChild2" presStyleCnt="0"/>
      <dgm:spPr/>
    </dgm:pt>
    <dgm:pt modelId="{9D76DB5F-C815-45F4-9EAB-6CA0C0898F18}" type="pres">
      <dgm:prSet presAssocID="{9A3C059A-451A-44F9-9460-1B652EC5A4D7}" presName="Name28" presStyleLbl="parChTrans1D2" presStyleIdx="0" presStyleCnt="2"/>
      <dgm:spPr/>
    </dgm:pt>
    <dgm:pt modelId="{5E6DA482-3240-4271-AB11-BFDB99BCC402}" type="pres">
      <dgm:prSet presAssocID="{A6856309-1803-48A3-AA3F-B8D779135CA1}" presName="hierRoot2" presStyleCnt="0">
        <dgm:presLayoutVars>
          <dgm:hierBranch val="init"/>
        </dgm:presLayoutVars>
      </dgm:prSet>
      <dgm:spPr/>
    </dgm:pt>
    <dgm:pt modelId="{85EFAF29-7A19-4BE8-90F6-DECBBB094D14}" type="pres">
      <dgm:prSet presAssocID="{A6856309-1803-48A3-AA3F-B8D779135CA1}" presName="rootComposite2" presStyleCnt="0"/>
      <dgm:spPr/>
    </dgm:pt>
    <dgm:pt modelId="{50398E50-8386-4B7C-9FA8-AD44807A7A01}" type="pres">
      <dgm:prSet presAssocID="{A6856309-1803-48A3-AA3F-B8D779135CA1}" presName="rootText2" presStyleLbl="alignAcc1" presStyleIdx="0" presStyleCnt="0" custLinFactNeighborX="-20639">
        <dgm:presLayoutVars>
          <dgm:chPref val="3"/>
        </dgm:presLayoutVars>
      </dgm:prSet>
      <dgm:spPr/>
    </dgm:pt>
    <dgm:pt modelId="{0D7623D0-36A0-4F26-A081-D30D3DB3FB13}" type="pres">
      <dgm:prSet presAssocID="{A6856309-1803-48A3-AA3F-B8D779135CA1}" presName="topArc2" presStyleLbl="parChTrans1D1" presStyleIdx="2" presStyleCnt="12"/>
      <dgm:spPr/>
    </dgm:pt>
    <dgm:pt modelId="{6B2F2E3E-7CC3-4B51-AA21-E7481E5CF4D2}" type="pres">
      <dgm:prSet presAssocID="{A6856309-1803-48A3-AA3F-B8D779135CA1}" presName="bottomArc2" presStyleLbl="parChTrans1D1" presStyleIdx="3" presStyleCnt="12"/>
      <dgm:spPr/>
    </dgm:pt>
    <dgm:pt modelId="{C19FB4D1-5598-4012-887F-6EF1DB2FF6E6}" type="pres">
      <dgm:prSet presAssocID="{A6856309-1803-48A3-AA3F-B8D779135CA1}" presName="topConnNode2" presStyleLbl="node2" presStyleIdx="0" presStyleCnt="0"/>
      <dgm:spPr/>
    </dgm:pt>
    <dgm:pt modelId="{DE2E6A9F-AEA3-4AA4-B467-73287832B015}" type="pres">
      <dgm:prSet presAssocID="{A6856309-1803-48A3-AA3F-B8D779135CA1}" presName="hierChild4" presStyleCnt="0"/>
      <dgm:spPr/>
    </dgm:pt>
    <dgm:pt modelId="{D3317455-3EF4-4216-87DC-380FB11B4E16}" type="pres">
      <dgm:prSet presAssocID="{8D022D27-83D6-425F-BC0E-4C5AC3D271F7}" presName="Name28" presStyleLbl="parChTrans1D3" presStyleIdx="0" presStyleCnt="3"/>
      <dgm:spPr/>
    </dgm:pt>
    <dgm:pt modelId="{ED70476A-9D17-4DC9-9EC3-5B8943B4C697}" type="pres">
      <dgm:prSet presAssocID="{EA1C3464-A51E-4B62-8CFC-945779B019C6}" presName="hierRoot2" presStyleCnt="0">
        <dgm:presLayoutVars>
          <dgm:hierBranch val="init"/>
        </dgm:presLayoutVars>
      </dgm:prSet>
      <dgm:spPr/>
    </dgm:pt>
    <dgm:pt modelId="{95CA5030-5D7D-42B6-ACB4-5F8AE12B9A3D}" type="pres">
      <dgm:prSet presAssocID="{EA1C3464-A51E-4B62-8CFC-945779B019C6}" presName="rootComposite2" presStyleCnt="0"/>
      <dgm:spPr/>
    </dgm:pt>
    <dgm:pt modelId="{47809F2F-C6A0-4FE5-BF57-F642C5E10C7B}" type="pres">
      <dgm:prSet presAssocID="{EA1C3464-A51E-4B62-8CFC-945779B019C6}" presName="rootText2" presStyleLbl="alignAcc1" presStyleIdx="0" presStyleCnt="0" custLinFactX="-50882" custLinFactNeighborX="-100000" custLinFactNeighborY="8568">
        <dgm:presLayoutVars>
          <dgm:chPref val="3"/>
        </dgm:presLayoutVars>
      </dgm:prSet>
      <dgm:spPr/>
    </dgm:pt>
    <dgm:pt modelId="{298CC250-56A8-44AC-9BDD-5691B0C84825}" type="pres">
      <dgm:prSet presAssocID="{EA1C3464-A51E-4B62-8CFC-945779B019C6}" presName="topArc2" presStyleLbl="parChTrans1D1" presStyleIdx="4" presStyleCnt="12"/>
      <dgm:spPr/>
    </dgm:pt>
    <dgm:pt modelId="{5498B04F-A43D-4B7F-9BC8-D347CDA58480}" type="pres">
      <dgm:prSet presAssocID="{EA1C3464-A51E-4B62-8CFC-945779B019C6}" presName="bottomArc2" presStyleLbl="parChTrans1D1" presStyleIdx="5" presStyleCnt="12"/>
      <dgm:spPr/>
    </dgm:pt>
    <dgm:pt modelId="{09F40F1B-C5E6-4322-B191-431FD2F050CA}" type="pres">
      <dgm:prSet presAssocID="{EA1C3464-A51E-4B62-8CFC-945779B019C6}" presName="topConnNode2" presStyleLbl="node3" presStyleIdx="0" presStyleCnt="0"/>
      <dgm:spPr/>
    </dgm:pt>
    <dgm:pt modelId="{E2DEFB69-7306-4F63-A238-A6BAE7B4F2A8}" type="pres">
      <dgm:prSet presAssocID="{EA1C3464-A51E-4B62-8CFC-945779B019C6}" presName="hierChild4" presStyleCnt="0"/>
      <dgm:spPr/>
    </dgm:pt>
    <dgm:pt modelId="{D9CCF82B-E6AD-4D08-B0DD-3287F9FEF80D}" type="pres">
      <dgm:prSet presAssocID="{EA1C3464-A51E-4B62-8CFC-945779B019C6}" presName="hierChild5" presStyleCnt="0"/>
      <dgm:spPr/>
    </dgm:pt>
    <dgm:pt modelId="{A21E223C-2B86-4598-A709-45E9F4C4734D}" type="pres">
      <dgm:prSet presAssocID="{A6856309-1803-48A3-AA3F-B8D779135CA1}" presName="hierChild5" presStyleCnt="0"/>
      <dgm:spPr/>
    </dgm:pt>
    <dgm:pt modelId="{32487D9F-EE4D-4D57-9B40-7D4FDE8D23E1}" type="pres">
      <dgm:prSet presAssocID="{39736840-0292-4D4A-8526-AB8C3A43CA0C}" presName="Name28" presStyleLbl="parChTrans1D2" presStyleIdx="1" presStyleCnt="2"/>
      <dgm:spPr/>
    </dgm:pt>
    <dgm:pt modelId="{5A11E3EA-25C1-4A66-B174-A3CED689E502}" type="pres">
      <dgm:prSet presAssocID="{7EAF8A9D-F41F-4B62-AAF6-604ADCA6A38A}" presName="hierRoot2" presStyleCnt="0">
        <dgm:presLayoutVars>
          <dgm:hierBranch val="init"/>
        </dgm:presLayoutVars>
      </dgm:prSet>
      <dgm:spPr/>
    </dgm:pt>
    <dgm:pt modelId="{5AE6E5E0-16DF-428B-9430-CD7056420E06}" type="pres">
      <dgm:prSet presAssocID="{7EAF8A9D-F41F-4B62-AAF6-604ADCA6A38A}" presName="rootComposite2" presStyleCnt="0"/>
      <dgm:spPr/>
    </dgm:pt>
    <dgm:pt modelId="{BFB20DEC-DC37-4C0E-9BD3-7F7734753367}" type="pres">
      <dgm:prSet presAssocID="{7EAF8A9D-F41F-4B62-AAF6-604ADCA6A38A}" presName="rootText2" presStyleLbl="alignAcc1" presStyleIdx="0" presStyleCnt="0" custLinFactNeighborX="17822" custLinFactNeighborY="0">
        <dgm:presLayoutVars>
          <dgm:chPref val="3"/>
        </dgm:presLayoutVars>
      </dgm:prSet>
      <dgm:spPr/>
    </dgm:pt>
    <dgm:pt modelId="{39ECCAC0-37BC-4B78-959C-7F640B73CCF0}" type="pres">
      <dgm:prSet presAssocID="{7EAF8A9D-F41F-4B62-AAF6-604ADCA6A38A}" presName="topArc2" presStyleLbl="parChTrans1D1" presStyleIdx="6" presStyleCnt="12"/>
      <dgm:spPr/>
    </dgm:pt>
    <dgm:pt modelId="{3C9EEA28-BFC4-42A4-B141-604851841D3A}" type="pres">
      <dgm:prSet presAssocID="{7EAF8A9D-F41F-4B62-AAF6-604ADCA6A38A}" presName="bottomArc2" presStyleLbl="parChTrans1D1" presStyleIdx="7" presStyleCnt="12"/>
      <dgm:spPr/>
    </dgm:pt>
    <dgm:pt modelId="{E21ED026-1444-4E13-B0DF-DCFF81A10E31}" type="pres">
      <dgm:prSet presAssocID="{7EAF8A9D-F41F-4B62-AAF6-604ADCA6A38A}" presName="topConnNode2" presStyleLbl="node2" presStyleIdx="0" presStyleCnt="0"/>
      <dgm:spPr/>
    </dgm:pt>
    <dgm:pt modelId="{86E1EDCC-7ED5-4FEC-96B5-4E63CA114505}" type="pres">
      <dgm:prSet presAssocID="{7EAF8A9D-F41F-4B62-AAF6-604ADCA6A38A}" presName="hierChild4" presStyleCnt="0"/>
      <dgm:spPr/>
    </dgm:pt>
    <dgm:pt modelId="{E783276B-72B1-410F-A4E4-08A52206C712}" type="pres">
      <dgm:prSet presAssocID="{AB003866-0584-4C42-8AAF-79E0A66C7B27}" presName="Name28" presStyleLbl="parChTrans1D3" presStyleIdx="1" presStyleCnt="3"/>
      <dgm:spPr/>
    </dgm:pt>
    <dgm:pt modelId="{16BF0E1B-73B3-4F59-A476-CE6F02C82BF5}" type="pres">
      <dgm:prSet presAssocID="{C83D6796-35F4-4DBD-931E-411E4004758B}" presName="hierRoot2" presStyleCnt="0">
        <dgm:presLayoutVars>
          <dgm:hierBranch val="init"/>
        </dgm:presLayoutVars>
      </dgm:prSet>
      <dgm:spPr/>
    </dgm:pt>
    <dgm:pt modelId="{25D24B58-CA56-404D-B61C-2AA7E9A9F274}" type="pres">
      <dgm:prSet presAssocID="{C83D6796-35F4-4DBD-931E-411E4004758B}" presName="rootComposite2" presStyleCnt="0"/>
      <dgm:spPr/>
    </dgm:pt>
    <dgm:pt modelId="{EECDCF52-E6F4-4C1C-8FF4-37BF4063469D}" type="pres">
      <dgm:prSet presAssocID="{C83D6796-35F4-4DBD-931E-411E4004758B}" presName="rootText2" presStyleLbl="alignAcc1" presStyleIdx="0" presStyleCnt="0" custLinFactNeighborX="10282" custLinFactNeighborY="7712">
        <dgm:presLayoutVars>
          <dgm:chPref val="3"/>
        </dgm:presLayoutVars>
      </dgm:prSet>
      <dgm:spPr/>
    </dgm:pt>
    <dgm:pt modelId="{49AAB08E-EDC4-4BEF-B64B-25272BF0719F}" type="pres">
      <dgm:prSet presAssocID="{C83D6796-35F4-4DBD-931E-411E4004758B}" presName="topArc2" presStyleLbl="parChTrans1D1" presStyleIdx="8" presStyleCnt="12"/>
      <dgm:spPr/>
    </dgm:pt>
    <dgm:pt modelId="{776E57D9-8CA7-4A85-BDD0-52A1597B04EB}" type="pres">
      <dgm:prSet presAssocID="{C83D6796-35F4-4DBD-931E-411E4004758B}" presName="bottomArc2" presStyleLbl="parChTrans1D1" presStyleIdx="9" presStyleCnt="12"/>
      <dgm:spPr/>
    </dgm:pt>
    <dgm:pt modelId="{0195D0E6-595B-404E-9B78-ED5D3571024C}" type="pres">
      <dgm:prSet presAssocID="{C83D6796-35F4-4DBD-931E-411E4004758B}" presName="topConnNode2" presStyleLbl="node3" presStyleIdx="0" presStyleCnt="0"/>
      <dgm:spPr/>
    </dgm:pt>
    <dgm:pt modelId="{5280DA94-8369-4610-B1F6-2C69E83733D8}" type="pres">
      <dgm:prSet presAssocID="{C83D6796-35F4-4DBD-931E-411E4004758B}" presName="hierChild4" presStyleCnt="0"/>
      <dgm:spPr/>
    </dgm:pt>
    <dgm:pt modelId="{26AAB12E-F19C-4F6A-85F2-B0AFDE55AEFE}" type="pres">
      <dgm:prSet presAssocID="{C83D6796-35F4-4DBD-931E-411E4004758B}" presName="hierChild5" presStyleCnt="0"/>
      <dgm:spPr/>
    </dgm:pt>
    <dgm:pt modelId="{1C83BA83-CDEE-4754-A82A-1BE1CE7388BE}" type="pres">
      <dgm:prSet presAssocID="{42FDF5DD-7122-4257-84E5-72DDF8A6ACED}" presName="Name28" presStyleLbl="parChTrans1D3" presStyleIdx="2" presStyleCnt="3"/>
      <dgm:spPr/>
    </dgm:pt>
    <dgm:pt modelId="{8E985F42-03D1-4D4B-99E4-C1BD8F3868A8}" type="pres">
      <dgm:prSet presAssocID="{2C08E654-1BF3-4F7F-8E00-3E8B3B329F47}" presName="hierRoot2" presStyleCnt="0">
        <dgm:presLayoutVars>
          <dgm:hierBranch val="init"/>
        </dgm:presLayoutVars>
      </dgm:prSet>
      <dgm:spPr/>
    </dgm:pt>
    <dgm:pt modelId="{3352AABA-31DB-46E4-93CE-407A897F54BD}" type="pres">
      <dgm:prSet presAssocID="{2C08E654-1BF3-4F7F-8E00-3E8B3B329F47}" presName="rootComposite2" presStyleCnt="0"/>
      <dgm:spPr/>
    </dgm:pt>
    <dgm:pt modelId="{B53F4050-BAF8-4123-AEA6-1E12A322D670}" type="pres">
      <dgm:prSet presAssocID="{2C08E654-1BF3-4F7F-8E00-3E8B3B329F47}" presName="rootText2" presStyleLbl="alignAcc1" presStyleIdx="0" presStyleCnt="0">
        <dgm:presLayoutVars>
          <dgm:chPref val="3"/>
        </dgm:presLayoutVars>
      </dgm:prSet>
      <dgm:spPr/>
    </dgm:pt>
    <dgm:pt modelId="{234C5FBD-7E28-44C0-BC75-34D1BE239E13}" type="pres">
      <dgm:prSet presAssocID="{2C08E654-1BF3-4F7F-8E00-3E8B3B329F47}" presName="topArc2" presStyleLbl="parChTrans1D1" presStyleIdx="10" presStyleCnt="12"/>
      <dgm:spPr/>
    </dgm:pt>
    <dgm:pt modelId="{DF4CC506-E6AC-4649-9A24-F95A7286CD74}" type="pres">
      <dgm:prSet presAssocID="{2C08E654-1BF3-4F7F-8E00-3E8B3B329F47}" presName="bottomArc2" presStyleLbl="parChTrans1D1" presStyleIdx="11" presStyleCnt="12"/>
      <dgm:spPr/>
    </dgm:pt>
    <dgm:pt modelId="{591CE2E7-B26D-4DBB-B2C5-142FFC764100}" type="pres">
      <dgm:prSet presAssocID="{2C08E654-1BF3-4F7F-8E00-3E8B3B329F47}" presName="topConnNode2" presStyleLbl="node3" presStyleIdx="0" presStyleCnt="0"/>
      <dgm:spPr/>
    </dgm:pt>
    <dgm:pt modelId="{E856F0D5-DFCF-4D28-B140-698F00BA021E}" type="pres">
      <dgm:prSet presAssocID="{2C08E654-1BF3-4F7F-8E00-3E8B3B329F47}" presName="hierChild4" presStyleCnt="0"/>
      <dgm:spPr/>
    </dgm:pt>
    <dgm:pt modelId="{CC3F4D0E-A4E8-4D05-9134-1A28472C99B3}" type="pres">
      <dgm:prSet presAssocID="{2C08E654-1BF3-4F7F-8E00-3E8B3B329F47}" presName="hierChild5" presStyleCnt="0"/>
      <dgm:spPr/>
    </dgm:pt>
    <dgm:pt modelId="{117F8A4F-C990-4B9E-93D2-CEFFE1EFA96B}" type="pres">
      <dgm:prSet presAssocID="{7EAF8A9D-F41F-4B62-AAF6-604ADCA6A38A}" presName="hierChild5" presStyleCnt="0"/>
      <dgm:spPr/>
    </dgm:pt>
    <dgm:pt modelId="{229967F0-1170-4D3B-B5C6-4FB45F4A2338}" type="pres">
      <dgm:prSet presAssocID="{DCB0B799-BFB5-4D6B-BA60-2B2F28576943}" presName="hierChild3" presStyleCnt="0"/>
      <dgm:spPr/>
    </dgm:pt>
  </dgm:ptLst>
  <dgm:cxnLst>
    <dgm:cxn modelId="{70902D03-9726-41DA-B53E-70CC26D90D0C}" srcId="{DCB0B799-BFB5-4D6B-BA60-2B2F28576943}" destId="{A6856309-1803-48A3-AA3F-B8D779135CA1}" srcOrd="0" destOrd="0" parTransId="{9A3C059A-451A-44F9-9460-1B652EC5A4D7}" sibTransId="{6AC975FF-AE3E-4C15-8242-DF4EB6005B56}"/>
    <dgm:cxn modelId="{1CAA4303-B9BE-4C20-8365-96FF64D749B4}" type="presOf" srcId="{7EAF8A9D-F41F-4B62-AAF6-604ADCA6A38A}" destId="{BFB20DEC-DC37-4C0E-9BD3-7F7734753367}" srcOrd="0" destOrd="0" presId="urn:microsoft.com/office/officeart/2008/layout/HalfCircleOrganizationChart"/>
    <dgm:cxn modelId="{89B9D508-8569-4FDD-A188-822889FD553E}" type="presOf" srcId="{DCB0B799-BFB5-4D6B-BA60-2B2F28576943}" destId="{52E6F2DE-EB5F-46EC-B7D7-E6C6CF3880B3}" srcOrd="1" destOrd="0" presId="urn:microsoft.com/office/officeart/2008/layout/HalfCircleOrganizationChart"/>
    <dgm:cxn modelId="{BC6DC834-244A-48CA-8C35-1170E11E4358}" type="presOf" srcId="{3F39B59C-9062-43BA-A02E-E133BCBA84C3}" destId="{3A236617-E729-47FE-B61A-F94EE1AFB9FE}" srcOrd="0" destOrd="0" presId="urn:microsoft.com/office/officeart/2008/layout/HalfCircleOrganizationChart"/>
    <dgm:cxn modelId="{1EA59A3E-E40F-42CE-90B0-ABBD811E7EA2}" srcId="{3F39B59C-9062-43BA-A02E-E133BCBA84C3}" destId="{DCB0B799-BFB5-4D6B-BA60-2B2F28576943}" srcOrd="0" destOrd="0" parTransId="{0CD247DF-6D8E-47CB-A981-C81CA9B449F7}" sibTransId="{1F4BD661-1C0D-4C22-8B3B-CF24121F4845}"/>
    <dgm:cxn modelId="{31D0705C-F6B7-4994-8D4D-66250F3E888E}" type="presOf" srcId="{9A3C059A-451A-44F9-9460-1B652EC5A4D7}" destId="{9D76DB5F-C815-45F4-9EAB-6CA0C0898F18}" srcOrd="0" destOrd="0" presId="urn:microsoft.com/office/officeart/2008/layout/HalfCircleOrganizationChart"/>
    <dgm:cxn modelId="{1B6EBA41-D9B3-4EC6-894D-59E16B20982C}" type="presOf" srcId="{7EAF8A9D-F41F-4B62-AAF6-604ADCA6A38A}" destId="{E21ED026-1444-4E13-B0DF-DCFF81A10E31}" srcOrd="1" destOrd="0" presId="urn:microsoft.com/office/officeart/2008/layout/HalfCircleOrganizationChart"/>
    <dgm:cxn modelId="{D0086A45-67DC-476C-A15F-C531A7919682}" type="presOf" srcId="{39736840-0292-4D4A-8526-AB8C3A43CA0C}" destId="{32487D9F-EE4D-4D57-9B40-7D4FDE8D23E1}" srcOrd="0" destOrd="0" presId="urn:microsoft.com/office/officeart/2008/layout/HalfCircleOrganizationChart"/>
    <dgm:cxn modelId="{49CFA36D-5FC8-499B-A78B-8E905081DA73}" type="presOf" srcId="{42FDF5DD-7122-4257-84E5-72DDF8A6ACED}" destId="{1C83BA83-CDEE-4754-A82A-1BE1CE7388BE}" srcOrd="0" destOrd="0" presId="urn:microsoft.com/office/officeart/2008/layout/HalfCircleOrganizationChart"/>
    <dgm:cxn modelId="{8655FA4D-EB30-4C29-85A0-F10805F37155}" type="presOf" srcId="{C83D6796-35F4-4DBD-931E-411E4004758B}" destId="{0195D0E6-595B-404E-9B78-ED5D3571024C}" srcOrd="1" destOrd="0" presId="urn:microsoft.com/office/officeart/2008/layout/HalfCircleOrganizationChart"/>
    <dgm:cxn modelId="{3C505272-4373-46C3-99BA-AA92F2D7E86F}" type="presOf" srcId="{C83D6796-35F4-4DBD-931E-411E4004758B}" destId="{EECDCF52-E6F4-4C1C-8FF4-37BF4063469D}" srcOrd="0" destOrd="0" presId="urn:microsoft.com/office/officeart/2008/layout/HalfCircleOrganizationChart"/>
    <dgm:cxn modelId="{01660454-5F70-46A1-AC1C-37923E2DF611}" type="presOf" srcId="{EA1C3464-A51E-4B62-8CFC-945779B019C6}" destId="{47809F2F-C6A0-4FE5-BF57-F642C5E10C7B}" srcOrd="0" destOrd="0" presId="urn:microsoft.com/office/officeart/2008/layout/HalfCircleOrganizationChart"/>
    <dgm:cxn modelId="{00378575-9F77-47A5-8F87-29D6F0B08403}" srcId="{7EAF8A9D-F41F-4B62-AAF6-604ADCA6A38A}" destId="{2C08E654-1BF3-4F7F-8E00-3E8B3B329F47}" srcOrd="1" destOrd="0" parTransId="{42FDF5DD-7122-4257-84E5-72DDF8A6ACED}" sibTransId="{28DB8336-C6BA-4549-97EA-B733B4D4310B}"/>
    <dgm:cxn modelId="{0329ED7A-5F88-46FE-8B2A-30DED9CCF3B2}" type="presOf" srcId="{2C08E654-1BF3-4F7F-8E00-3E8B3B329F47}" destId="{591CE2E7-B26D-4DBB-B2C5-142FFC764100}" srcOrd="1" destOrd="0" presId="urn:microsoft.com/office/officeart/2008/layout/HalfCircleOrganizationChart"/>
    <dgm:cxn modelId="{FCBA8C84-BDC6-4D7F-951B-4C83546BDB4B}" srcId="{7EAF8A9D-F41F-4B62-AAF6-604ADCA6A38A}" destId="{C83D6796-35F4-4DBD-931E-411E4004758B}" srcOrd="0" destOrd="0" parTransId="{AB003866-0584-4C42-8AAF-79E0A66C7B27}" sibTransId="{4E3029C8-120F-44AE-A3FC-A7D1A0CAB9E9}"/>
    <dgm:cxn modelId="{90DDE5A7-B639-44FB-83F7-0B4BC4CCE181}" type="presOf" srcId="{8D022D27-83D6-425F-BC0E-4C5AC3D271F7}" destId="{D3317455-3EF4-4216-87DC-380FB11B4E16}" srcOrd="0" destOrd="0" presId="urn:microsoft.com/office/officeart/2008/layout/HalfCircleOrganizationChart"/>
    <dgm:cxn modelId="{CB4998AF-F8AD-4F59-B616-9CFDFDA0C1D9}" type="presOf" srcId="{AB003866-0584-4C42-8AAF-79E0A66C7B27}" destId="{E783276B-72B1-410F-A4E4-08A52206C712}" srcOrd="0" destOrd="0" presId="urn:microsoft.com/office/officeart/2008/layout/HalfCircleOrganizationChart"/>
    <dgm:cxn modelId="{A46C92B2-6907-4053-9836-1FAF4E2853A8}" type="presOf" srcId="{EA1C3464-A51E-4B62-8CFC-945779B019C6}" destId="{09F40F1B-C5E6-4322-B191-431FD2F050CA}" srcOrd="1" destOrd="0" presId="urn:microsoft.com/office/officeart/2008/layout/HalfCircleOrganizationChart"/>
    <dgm:cxn modelId="{CE1B4DBD-0E59-461C-BF48-03E09CAD45E3}" type="presOf" srcId="{A6856309-1803-48A3-AA3F-B8D779135CA1}" destId="{C19FB4D1-5598-4012-887F-6EF1DB2FF6E6}" srcOrd="1" destOrd="0" presId="urn:microsoft.com/office/officeart/2008/layout/HalfCircleOrganizationChart"/>
    <dgm:cxn modelId="{2D6A44CB-B6CB-4B85-BB47-6C95694842B4}" type="presOf" srcId="{2C08E654-1BF3-4F7F-8E00-3E8B3B329F47}" destId="{B53F4050-BAF8-4123-AEA6-1E12A322D670}" srcOrd="0" destOrd="0" presId="urn:microsoft.com/office/officeart/2008/layout/HalfCircleOrganizationChart"/>
    <dgm:cxn modelId="{36DFBEEE-4CE5-4BA3-9D34-091FF19AD2A0}" type="presOf" srcId="{DCB0B799-BFB5-4D6B-BA60-2B2F28576943}" destId="{B2057D43-5FF8-4C5F-A68C-E6F86BBFC30E}" srcOrd="0" destOrd="0" presId="urn:microsoft.com/office/officeart/2008/layout/HalfCircleOrganizationChart"/>
    <dgm:cxn modelId="{1483DEEE-02DD-47BC-8051-1BBA737D00F1}" srcId="{DCB0B799-BFB5-4D6B-BA60-2B2F28576943}" destId="{7EAF8A9D-F41F-4B62-AAF6-604ADCA6A38A}" srcOrd="1" destOrd="0" parTransId="{39736840-0292-4D4A-8526-AB8C3A43CA0C}" sibTransId="{2F61A699-4703-4DDF-9342-931466161E12}"/>
    <dgm:cxn modelId="{F52B31F2-AFB5-465E-BD28-07C63A58D119}" srcId="{A6856309-1803-48A3-AA3F-B8D779135CA1}" destId="{EA1C3464-A51E-4B62-8CFC-945779B019C6}" srcOrd="0" destOrd="0" parTransId="{8D022D27-83D6-425F-BC0E-4C5AC3D271F7}" sibTransId="{0ABF4989-3885-437D-9343-424A756999EF}"/>
    <dgm:cxn modelId="{85623FF9-EC30-4C82-8725-D28B851E47C6}" type="presOf" srcId="{A6856309-1803-48A3-AA3F-B8D779135CA1}" destId="{50398E50-8386-4B7C-9FA8-AD44807A7A01}" srcOrd="0" destOrd="0" presId="urn:microsoft.com/office/officeart/2008/layout/HalfCircleOrganizationChart"/>
    <dgm:cxn modelId="{FFE6F397-77F1-4A62-BFF6-70BB932A889E}" type="presParOf" srcId="{3A236617-E729-47FE-B61A-F94EE1AFB9FE}" destId="{68CCC353-CFC8-4BAD-9EF4-43FB4BA1AA8B}" srcOrd="0" destOrd="0" presId="urn:microsoft.com/office/officeart/2008/layout/HalfCircleOrganizationChart"/>
    <dgm:cxn modelId="{83F48242-E835-4822-A1FB-D146C6D2C4BF}" type="presParOf" srcId="{68CCC353-CFC8-4BAD-9EF4-43FB4BA1AA8B}" destId="{05732483-230F-40A2-B7AE-CDE6BE7A56E5}" srcOrd="0" destOrd="0" presId="urn:microsoft.com/office/officeart/2008/layout/HalfCircleOrganizationChart"/>
    <dgm:cxn modelId="{B924FC92-5251-4675-931E-5E2C50D8D815}" type="presParOf" srcId="{05732483-230F-40A2-B7AE-CDE6BE7A56E5}" destId="{B2057D43-5FF8-4C5F-A68C-E6F86BBFC30E}" srcOrd="0" destOrd="0" presId="urn:microsoft.com/office/officeart/2008/layout/HalfCircleOrganizationChart"/>
    <dgm:cxn modelId="{6A6936C6-5B49-491A-AA43-BC2FB9095526}" type="presParOf" srcId="{05732483-230F-40A2-B7AE-CDE6BE7A56E5}" destId="{1DD122C7-3A71-417A-9C4D-5B0CCCD4C370}" srcOrd="1" destOrd="0" presId="urn:microsoft.com/office/officeart/2008/layout/HalfCircleOrganizationChart"/>
    <dgm:cxn modelId="{9FE57158-F4E1-4A40-B3CE-2C1919971CEB}" type="presParOf" srcId="{05732483-230F-40A2-B7AE-CDE6BE7A56E5}" destId="{AF10D3E6-6604-4B95-962B-59292B2CB786}" srcOrd="2" destOrd="0" presId="urn:microsoft.com/office/officeart/2008/layout/HalfCircleOrganizationChart"/>
    <dgm:cxn modelId="{D5A3106A-4B09-4527-AD4D-4FF42FAAA7E6}" type="presParOf" srcId="{05732483-230F-40A2-B7AE-CDE6BE7A56E5}" destId="{52E6F2DE-EB5F-46EC-B7D7-E6C6CF3880B3}" srcOrd="3" destOrd="0" presId="urn:microsoft.com/office/officeart/2008/layout/HalfCircleOrganizationChart"/>
    <dgm:cxn modelId="{F9EE1196-963F-4A05-8A25-18738BA44C6E}" type="presParOf" srcId="{68CCC353-CFC8-4BAD-9EF4-43FB4BA1AA8B}" destId="{C86F12A0-9288-48C8-95A3-B22438C7FD38}" srcOrd="1" destOrd="0" presId="urn:microsoft.com/office/officeart/2008/layout/HalfCircleOrganizationChart"/>
    <dgm:cxn modelId="{75EA8094-84A2-4F7A-95D9-A5ED36465105}" type="presParOf" srcId="{C86F12A0-9288-48C8-95A3-B22438C7FD38}" destId="{9D76DB5F-C815-45F4-9EAB-6CA0C0898F18}" srcOrd="0" destOrd="0" presId="urn:microsoft.com/office/officeart/2008/layout/HalfCircleOrganizationChart"/>
    <dgm:cxn modelId="{7E63751D-E03E-493A-88F6-E8CB54FADE64}" type="presParOf" srcId="{C86F12A0-9288-48C8-95A3-B22438C7FD38}" destId="{5E6DA482-3240-4271-AB11-BFDB99BCC402}" srcOrd="1" destOrd="0" presId="urn:microsoft.com/office/officeart/2008/layout/HalfCircleOrganizationChart"/>
    <dgm:cxn modelId="{CAE57684-EC21-4B69-91BE-21BC8E112D2F}" type="presParOf" srcId="{5E6DA482-3240-4271-AB11-BFDB99BCC402}" destId="{85EFAF29-7A19-4BE8-90F6-DECBBB094D14}" srcOrd="0" destOrd="0" presId="urn:microsoft.com/office/officeart/2008/layout/HalfCircleOrganizationChart"/>
    <dgm:cxn modelId="{97697462-6414-420F-9233-FE910170B3C4}" type="presParOf" srcId="{85EFAF29-7A19-4BE8-90F6-DECBBB094D14}" destId="{50398E50-8386-4B7C-9FA8-AD44807A7A01}" srcOrd="0" destOrd="0" presId="urn:microsoft.com/office/officeart/2008/layout/HalfCircleOrganizationChart"/>
    <dgm:cxn modelId="{3DE6947D-C4FC-417A-BC9C-154D0D49F419}" type="presParOf" srcId="{85EFAF29-7A19-4BE8-90F6-DECBBB094D14}" destId="{0D7623D0-36A0-4F26-A081-D30D3DB3FB13}" srcOrd="1" destOrd="0" presId="urn:microsoft.com/office/officeart/2008/layout/HalfCircleOrganizationChart"/>
    <dgm:cxn modelId="{5D9D30AD-0EE0-493D-B548-EC8CD0199359}" type="presParOf" srcId="{85EFAF29-7A19-4BE8-90F6-DECBBB094D14}" destId="{6B2F2E3E-7CC3-4B51-AA21-E7481E5CF4D2}" srcOrd="2" destOrd="0" presId="urn:microsoft.com/office/officeart/2008/layout/HalfCircleOrganizationChart"/>
    <dgm:cxn modelId="{18CCC308-679C-4E7D-A177-58C62709ECB4}" type="presParOf" srcId="{85EFAF29-7A19-4BE8-90F6-DECBBB094D14}" destId="{C19FB4D1-5598-4012-887F-6EF1DB2FF6E6}" srcOrd="3" destOrd="0" presId="urn:microsoft.com/office/officeart/2008/layout/HalfCircleOrganizationChart"/>
    <dgm:cxn modelId="{096C4EB3-626D-4F02-B2AA-CA7B52765CD7}" type="presParOf" srcId="{5E6DA482-3240-4271-AB11-BFDB99BCC402}" destId="{DE2E6A9F-AEA3-4AA4-B467-73287832B015}" srcOrd="1" destOrd="0" presId="urn:microsoft.com/office/officeart/2008/layout/HalfCircleOrganizationChart"/>
    <dgm:cxn modelId="{1470BA20-3499-401F-9231-580387A17FC0}" type="presParOf" srcId="{DE2E6A9F-AEA3-4AA4-B467-73287832B015}" destId="{D3317455-3EF4-4216-87DC-380FB11B4E16}" srcOrd="0" destOrd="0" presId="urn:microsoft.com/office/officeart/2008/layout/HalfCircleOrganizationChart"/>
    <dgm:cxn modelId="{A2136554-4438-4DAD-AA6D-A8CC9721C667}" type="presParOf" srcId="{DE2E6A9F-AEA3-4AA4-B467-73287832B015}" destId="{ED70476A-9D17-4DC9-9EC3-5B8943B4C697}" srcOrd="1" destOrd="0" presId="urn:microsoft.com/office/officeart/2008/layout/HalfCircleOrganizationChart"/>
    <dgm:cxn modelId="{CC5DB987-6D94-4573-A2A1-A1BF871462D9}" type="presParOf" srcId="{ED70476A-9D17-4DC9-9EC3-5B8943B4C697}" destId="{95CA5030-5D7D-42B6-ACB4-5F8AE12B9A3D}" srcOrd="0" destOrd="0" presId="urn:microsoft.com/office/officeart/2008/layout/HalfCircleOrganizationChart"/>
    <dgm:cxn modelId="{8B9249A4-35E5-4D7B-A7F7-FC930C1ED13C}" type="presParOf" srcId="{95CA5030-5D7D-42B6-ACB4-5F8AE12B9A3D}" destId="{47809F2F-C6A0-4FE5-BF57-F642C5E10C7B}" srcOrd="0" destOrd="0" presId="urn:microsoft.com/office/officeart/2008/layout/HalfCircleOrganizationChart"/>
    <dgm:cxn modelId="{D339A507-7875-497E-A811-0A238B314A15}" type="presParOf" srcId="{95CA5030-5D7D-42B6-ACB4-5F8AE12B9A3D}" destId="{298CC250-56A8-44AC-9BDD-5691B0C84825}" srcOrd="1" destOrd="0" presId="urn:microsoft.com/office/officeart/2008/layout/HalfCircleOrganizationChart"/>
    <dgm:cxn modelId="{495B8693-A78B-4CB0-B03E-A9CBD59713A5}" type="presParOf" srcId="{95CA5030-5D7D-42B6-ACB4-5F8AE12B9A3D}" destId="{5498B04F-A43D-4B7F-9BC8-D347CDA58480}" srcOrd="2" destOrd="0" presId="urn:microsoft.com/office/officeart/2008/layout/HalfCircleOrganizationChart"/>
    <dgm:cxn modelId="{EBC25EB7-40DC-46FB-AFF0-DCC514C38E87}" type="presParOf" srcId="{95CA5030-5D7D-42B6-ACB4-5F8AE12B9A3D}" destId="{09F40F1B-C5E6-4322-B191-431FD2F050CA}" srcOrd="3" destOrd="0" presId="urn:microsoft.com/office/officeart/2008/layout/HalfCircleOrganizationChart"/>
    <dgm:cxn modelId="{5D55EA6B-1863-4217-849E-9F70A2072C2F}" type="presParOf" srcId="{ED70476A-9D17-4DC9-9EC3-5B8943B4C697}" destId="{E2DEFB69-7306-4F63-A238-A6BAE7B4F2A8}" srcOrd="1" destOrd="0" presId="urn:microsoft.com/office/officeart/2008/layout/HalfCircleOrganizationChart"/>
    <dgm:cxn modelId="{0D7CC43D-95DE-42D6-B093-8FDBCD727F01}" type="presParOf" srcId="{ED70476A-9D17-4DC9-9EC3-5B8943B4C697}" destId="{D9CCF82B-E6AD-4D08-B0DD-3287F9FEF80D}" srcOrd="2" destOrd="0" presId="urn:microsoft.com/office/officeart/2008/layout/HalfCircleOrganizationChart"/>
    <dgm:cxn modelId="{2EABC002-0DBD-41A4-B912-09A3DA840B6D}" type="presParOf" srcId="{5E6DA482-3240-4271-AB11-BFDB99BCC402}" destId="{A21E223C-2B86-4598-A709-45E9F4C4734D}" srcOrd="2" destOrd="0" presId="urn:microsoft.com/office/officeart/2008/layout/HalfCircleOrganizationChart"/>
    <dgm:cxn modelId="{F64242DA-4D77-4224-9E6F-42CF062CD20D}" type="presParOf" srcId="{C86F12A0-9288-48C8-95A3-B22438C7FD38}" destId="{32487D9F-EE4D-4D57-9B40-7D4FDE8D23E1}" srcOrd="2" destOrd="0" presId="urn:microsoft.com/office/officeart/2008/layout/HalfCircleOrganizationChart"/>
    <dgm:cxn modelId="{B9D2A876-F4E4-4C9E-99FF-1417503DC159}" type="presParOf" srcId="{C86F12A0-9288-48C8-95A3-B22438C7FD38}" destId="{5A11E3EA-25C1-4A66-B174-A3CED689E502}" srcOrd="3" destOrd="0" presId="urn:microsoft.com/office/officeart/2008/layout/HalfCircleOrganizationChart"/>
    <dgm:cxn modelId="{DD8560B0-49F5-41E6-BE91-B16252B74424}" type="presParOf" srcId="{5A11E3EA-25C1-4A66-B174-A3CED689E502}" destId="{5AE6E5E0-16DF-428B-9430-CD7056420E06}" srcOrd="0" destOrd="0" presId="urn:microsoft.com/office/officeart/2008/layout/HalfCircleOrganizationChart"/>
    <dgm:cxn modelId="{971C6F2D-462A-4DA3-8B1E-96AE55F255B5}" type="presParOf" srcId="{5AE6E5E0-16DF-428B-9430-CD7056420E06}" destId="{BFB20DEC-DC37-4C0E-9BD3-7F7734753367}" srcOrd="0" destOrd="0" presId="urn:microsoft.com/office/officeart/2008/layout/HalfCircleOrganizationChart"/>
    <dgm:cxn modelId="{D6A636DA-9E65-4F85-8326-BA58A1F127E6}" type="presParOf" srcId="{5AE6E5E0-16DF-428B-9430-CD7056420E06}" destId="{39ECCAC0-37BC-4B78-959C-7F640B73CCF0}" srcOrd="1" destOrd="0" presId="urn:microsoft.com/office/officeart/2008/layout/HalfCircleOrganizationChart"/>
    <dgm:cxn modelId="{5A39CE71-25DE-429E-85BA-4D4E82E861F6}" type="presParOf" srcId="{5AE6E5E0-16DF-428B-9430-CD7056420E06}" destId="{3C9EEA28-BFC4-42A4-B141-604851841D3A}" srcOrd="2" destOrd="0" presId="urn:microsoft.com/office/officeart/2008/layout/HalfCircleOrganizationChart"/>
    <dgm:cxn modelId="{6FD9974D-DED0-441B-96BF-E29ADBC2BA86}" type="presParOf" srcId="{5AE6E5E0-16DF-428B-9430-CD7056420E06}" destId="{E21ED026-1444-4E13-B0DF-DCFF81A10E31}" srcOrd="3" destOrd="0" presId="urn:microsoft.com/office/officeart/2008/layout/HalfCircleOrganizationChart"/>
    <dgm:cxn modelId="{18F23A02-0A40-487C-A76F-7108C14B3AB1}" type="presParOf" srcId="{5A11E3EA-25C1-4A66-B174-A3CED689E502}" destId="{86E1EDCC-7ED5-4FEC-96B5-4E63CA114505}" srcOrd="1" destOrd="0" presId="urn:microsoft.com/office/officeart/2008/layout/HalfCircleOrganizationChart"/>
    <dgm:cxn modelId="{5AA69D05-45E8-49D8-A33F-FE6D5685322A}" type="presParOf" srcId="{86E1EDCC-7ED5-4FEC-96B5-4E63CA114505}" destId="{E783276B-72B1-410F-A4E4-08A52206C712}" srcOrd="0" destOrd="0" presId="urn:microsoft.com/office/officeart/2008/layout/HalfCircleOrganizationChart"/>
    <dgm:cxn modelId="{F376AC66-CBA2-4A31-B366-AF05F2869270}" type="presParOf" srcId="{86E1EDCC-7ED5-4FEC-96B5-4E63CA114505}" destId="{16BF0E1B-73B3-4F59-A476-CE6F02C82BF5}" srcOrd="1" destOrd="0" presId="urn:microsoft.com/office/officeart/2008/layout/HalfCircleOrganizationChart"/>
    <dgm:cxn modelId="{535C5464-0463-4C2A-89E6-242AF3A2A173}" type="presParOf" srcId="{16BF0E1B-73B3-4F59-A476-CE6F02C82BF5}" destId="{25D24B58-CA56-404D-B61C-2AA7E9A9F274}" srcOrd="0" destOrd="0" presId="urn:microsoft.com/office/officeart/2008/layout/HalfCircleOrganizationChart"/>
    <dgm:cxn modelId="{33B210EC-1C54-4510-8B26-0BDE5A4B1941}" type="presParOf" srcId="{25D24B58-CA56-404D-B61C-2AA7E9A9F274}" destId="{EECDCF52-E6F4-4C1C-8FF4-37BF4063469D}" srcOrd="0" destOrd="0" presId="urn:microsoft.com/office/officeart/2008/layout/HalfCircleOrganizationChart"/>
    <dgm:cxn modelId="{757E6BB4-4355-4B95-A83A-A8834DAE2285}" type="presParOf" srcId="{25D24B58-CA56-404D-B61C-2AA7E9A9F274}" destId="{49AAB08E-EDC4-4BEF-B64B-25272BF0719F}" srcOrd="1" destOrd="0" presId="urn:microsoft.com/office/officeart/2008/layout/HalfCircleOrganizationChart"/>
    <dgm:cxn modelId="{1572114F-7A9A-403C-AC57-9505ACBF4648}" type="presParOf" srcId="{25D24B58-CA56-404D-B61C-2AA7E9A9F274}" destId="{776E57D9-8CA7-4A85-BDD0-52A1597B04EB}" srcOrd="2" destOrd="0" presId="urn:microsoft.com/office/officeart/2008/layout/HalfCircleOrganizationChart"/>
    <dgm:cxn modelId="{2BDF45A5-D8C9-4446-815D-818A7C151ABC}" type="presParOf" srcId="{25D24B58-CA56-404D-B61C-2AA7E9A9F274}" destId="{0195D0E6-595B-404E-9B78-ED5D3571024C}" srcOrd="3" destOrd="0" presId="urn:microsoft.com/office/officeart/2008/layout/HalfCircleOrganizationChart"/>
    <dgm:cxn modelId="{9E5252D4-798D-408A-8F7A-B9419087729A}" type="presParOf" srcId="{16BF0E1B-73B3-4F59-A476-CE6F02C82BF5}" destId="{5280DA94-8369-4610-B1F6-2C69E83733D8}" srcOrd="1" destOrd="0" presId="urn:microsoft.com/office/officeart/2008/layout/HalfCircleOrganizationChart"/>
    <dgm:cxn modelId="{503CCDD5-3378-4BEE-B654-E82B46C76567}" type="presParOf" srcId="{16BF0E1B-73B3-4F59-A476-CE6F02C82BF5}" destId="{26AAB12E-F19C-4F6A-85F2-B0AFDE55AEFE}" srcOrd="2" destOrd="0" presId="urn:microsoft.com/office/officeart/2008/layout/HalfCircleOrganizationChart"/>
    <dgm:cxn modelId="{638FBE80-6F27-4AE3-8746-3A15F9F5DA2B}" type="presParOf" srcId="{86E1EDCC-7ED5-4FEC-96B5-4E63CA114505}" destId="{1C83BA83-CDEE-4754-A82A-1BE1CE7388BE}" srcOrd="2" destOrd="0" presId="urn:microsoft.com/office/officeart/2008/layout/HalfCircleOrganizationChart"/>
    <dgm:cxn modelId="{3A1CA311-BE52-472C-B28E-26659E472995}" type="presParOf" srcId="{86E1EDCC-7ED5-4FEC-96B5-4E63CA114505}" destId="{8E985F42-03D1-4D4B-99E4-C1BD8F3868A8}" srcOrd="3" destOrd="0" presId="urn:microsoft.com/office/officeart/2008/layout/HalfCircleOrganizationChart"/>
    <dgm:cxn modelId="{284EA8BB-FD15-4CAF-8BD8-9733AF64B659}" type="presParOf" srcId="{8E985F42-03D1-4D4B-99E4-C1BD8F3868A8}" destId="{3352AABA-31DB-46E4-93CE-407A897F54BD}" srcOrd="0" destOrd="0" presId="urn:microsoft.com/office/officeart/2008/layout/HalfCircleOrganizationChart"/>
    <dgm:cxn modelId="{4BB073ED-D7F8-45CE-B700-034A65E14164}" type="presParOf" srcId="{3352AABA-31DB-46E4-93CE-407A897F54BD}" destId="{B53F4050-BAF8-4123-AEA6-1E12A322D670}" srcOrd="0" destOrd="0" presId="urn:microsoft.com/office/officeart/2008/layout/HalfCircleOrganizationChart"/>
    <dgm:cxn modelId="{8822D6D4-95FA-4FAA-B832-7A233B637416}" type="presParOf" srcId="{3352AABA-31DB-46E4-93CE-407A897F54BD}" destId="{234C5FBD-7E28-44C0-BC75-34D1BE239E13}" srcOrd="1" destOrd="0" presId="urn:microsoft.com/office/officeart/2008/layout/HalfCircleOrganizationChart"/>
    <dgm:cxn modelId="{E2DB53D0-0871-402E-9B44-35ED27BF0471}" type="presParOf" srcId="{3352AABA-31DB-46E4-93CE-407A897F54BD}" destId="{DF4CC506-E6AC-4649-9A24-F95A7286CD74}" srcOrd="2" destOrd="0" presId="urn:microsoft.com/office/officeart/2008/layout/HalfCircleOrganizationChart"/>
    <dgm:cxn modelId="{2C94FE07-9DC0-4905-B518-8CEFE2A4E363}" type="presParOf" srcId="{3352AABA-31DB-46E4-93CE-407A897F54BD}" destId="{591CE2E7-B26D-4DBB-B2C5-142FFC764100}" srcOrd="3" destOrd="0" presId="urn:microsoft.com/office/officeart/2008/layout/HalfCircleOrganizationChart"/>
    <dgm:cxn modelId="{A7D89E31-A4F9-48E7-9722-85A26FDDA0AD}" type="presParOf" srcId="{8E985F42-03D1-4D4B-99E4-C1BD8F3868A8}" destId="{E856F0D5-DFCF-4D28-B140-698F00BA021E}" srcOrd="1" destOrd="0" presId="urn:microsoft.com/office/officeart/2008/layout/HalfCircleOrganizationChart"/>
    <dgm:cxn modelId="{D3AC3852-2D1A-42C1-B995-81EEAEAA9150}" type="presParOf" srcId="{8E985F42-03D1-4D4B-99E4-C1BD8F3868A8}" destId="{CC3F4D0E-A4E8-4D05-9134-1A28472C99B3}" srcOrd="2" destOrd="0" presId="urn:microsoft.com/office/officeart/2008/layout/HalfCircleOrganizationChart"/>
    <dgm:cxn modelId="{4D81E230-1B0F-4D27-B41A-44B5A9AD0BC9}" type="presParOf" srcId="{5A11E3EA-25C1-4A66-B174-A3CED689E502}" destId="{117F8A4F-C990-4B9E-93D2-CEFFE1EFA96B}" srcOrd="2" destOrd="0" presId="urn:microsoft.com/office/officeart/2008/layout/HalfCircleOrganizationChart"/>
    <dgm:cxn modelId="{F533CF37-9EF4-48D8-A0E0-1F60BB272BDC}" type="presParOf" srcId="{68CCC353-CFC8-4BAD-9EF4-43FB4BA1AA8B}" destId="{229967F0-1170-4D3B-B5C6-4FB45F4A2338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39B59C-9062-43BA-A02E-E133BCBA84C3}" type="doc">
      <dgm:prSet loTypeId="urn:microsoft.com/office/officeart/2008/layout/HalfCircleOrganizationChart" loCatId="hierarchy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CB0B799-BFB5-4D6B-BA60-2B2F28576943}">
      <dgm:prSet phldrT="[Texte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Methylation Analysis</a:t>
          </a:r>
        </a:p>
      </dgm:t>
    </dgm:pt>
    <dgm:pt modelId="{0CD247DF-6D8E-47CB-A981-C81CA9B449F7}" type="parTrans" cxnId="{1EA59A3E-E40F-42CE-90B0-ABBD811E7EA2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4BD661-1C0D-4C22-8B3B-CF24121F4845}" type="sibTrans" cxnId="{1EA59A3E-E40F-42CE-90B0-ABBD811E7EA2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6856309-1803-48A3-AA3F-B8D779135CA1}">
      <dgm:prSet phldrT="[Texte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Whole genome </a:t>
          </a:r>
        </a:p>
      </dgm:t>
    </dgm:pt>
    <dgm:pt modelId="{9A3C059A-451A-44F9-9460-1B652EC5A4D7}" type="parTrans" cxnId="{70902D03-9726-41DA-B53E-70CC26D90D0C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AC975FF-AE3E-4C15-8242-DF4EB6005B56}" type="sibTrans" cxnId="{70902D03-9726-41DA-B53E-70CC26D90D0C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EAF8A9D-F41F-4B62-AAF6-604ADCA6A38A}">
      <dgm:prSet phldrT="[Texte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Profiling </a:t>
          </a:r>
        </a:p>
      </dgm:t>
    </dgm:pt>
    <dgm:pt modelId="{39736840-0292-4D4A-8526-AB8C3A43CA0C}" type="parTrans" cxnId="{1483DEEE-02DD-47BC-8051-1BBA737D00F1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F61A699-4703-4DDF-9342-931466161E12}" type="sibTrans" cxnId="{1483DEEE-02DD-47BC-8051-1BBA737D00F1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1C3464-A51E-4B62-8CFC-945779B019C6}">
      <dgm:prSet phldrT="[Texte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Predictive Mode</a:t>
          </a:r>
        </a:p>
      </dgm:t>
    </dgm:pt>
    <dgm:pt modelId="{8D022D27-83D6-425F-BC0E-4C5AC3D271F7}" type="parTrans" cxnId="{F52B31F2-AFB5-465E-BD28-07C63A58D119}">
      <dgm:prSet/>
      <dgm:spPr/>
      <dgm:t>
        <a:bodyPr/>
        <a:lstStyle/>
        <a:p>
          <a:endParaRPr lang="en-US" sz="1800"/>
        </a:p>
      </dgm:t>
    </dgm:pt>
    <dgm:pt modelId="{0ABF4989-3885-437D-9343-424A756999EF}" type="sibTrans" cxnId="{F52B31F2-AFB5-465E-BD28-07C63A58D119}">
      <dgm:prSet/>
      <dgm:spPr/>
      <dgm:t>
        <a:bodyPr/>
        <a:lstStyle/>
        <a:p>
          <a:endParaRPr lang="en-US" sz="1800"/>
        </a:p>
      </dgm:t>
    </dgm:pt>
    <dgm:pt modelId="{C83D6796-35F4-4DBD-931E-411E4004758B}">
      <dgm:prSet phldrT="[Texte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NGS</a:t>
          </a:r>
        </a:p>
      </dgm:t>
    </dgm:pt>
    <dgm:pt modelId="{AB003866-0584-4C42-8AAF-79E0A66C7B27}" type="parTrans" cxnId="{FCBA8C84-BDC6-4D7F-951B-4C83546BDB4B}">
      <dgm:prSet/>
      <dgm:spPr/>
      <dgm:t>
        <a:bodyPr/>
        <a:lstStyle/>
        <a:p>
          <a:endParaRPr lang="en-US"/>
        </a:p>
      </dgm:t>
    </dgm:pt>
    <dgm:pt modelId="{4E3029C8-120F-44AE-A3FC-A7D1A0CAB9E9}" type="sibTrans" cxnId="{FCBA8C84-BDC6-4D7F-951B-4C83546BDB4B}">
      <dgm:prSet/>
      <dgm:spPr/>
      <dgm:t>
        <a:bodyPr/>
        <a:lstStyle/>
        <a:p>
          <a:endParaRPr lang="en-US"/>
        </a:p>
      </dgm:t>
    </dgm:pt>
    <dgm:pt modelId="{2C08E654-1BF3-4F7F-8E00-3E8B3B329F47}">
      <dgm:prSet phldrT="[Texte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BS PCR</a:t>
          </a:r>
        </a:p>
      </dgm:t>
    </dgm:pt>
    <dgm:pt modelId="{42FDF5DD-7122-4257-84E5-72DDF8A6ACED}" type="parTrans" cxnId="{00378575-9F77-47A5-8F87-29D6F0B08403}">
      <dgm:prSet/>
      <dgm:spPr/>
      <dgm:t>
        <a:bodyPr/>
        <a:lstStyle/>
        <a:p>
          <a:endParaRPr lang="de-DE"/>
        </a:p>
      </dgm:t>
    </dgm:pt>
    <dgm:pt modelId="{28DB8336-C6BA-4549-97EA-B733B4D4310B}" type="sibTrans" cxnId="{00378575-9F77-47A5-8F87-29D6F0B08403}">
      <dgm:prSet/>
      <dgm:spPr/>
      <dgm:t>
        <a:bodyPr/>
        <a:lstStyle/>
        <a:p>
          <a:endParaRPr lang="de-DE"/>
        </a:p>
      </dgm:t>
    </dgm:pt>
    <dgm:pt modelId="{3A236617-E729-47FE-B61A-F94EE1AFB9FE}" type="pres">
      <dgm:prSet presAssocID="{3F39B59C-9062-43BA-A02E-E133BCBA84C3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8CCC353-CFC8-4BAD-9EF4-43FB4BA1AA8B}" type="pres">
      <dgm:prSet presAssocID="{DCB0B799-BFB5-4D6B-BA60-2B2F28576943}" presName="hierRoot1" presStyleCnt="0">
        <dgm:presLayoutVars>
          <dgm:hierBranch val="init"/>
        </dgm:presLayoutVars>
      </dgm:prSet>
      <dgm:spPr/>
    </dgm:pt>
    <dgm:pt modelId="{05732483-230F-40A2-B7AE-CDE6BE7A56E5}" type="pres">
      <dgm:prSet presAssocID="{DCB0B799-BFB5-4D6B-BA60-2B2F28576943}" presName="rootComposite1" presStyleCnt="0"/>
      <dgm:spPr/>
    </dgm:pt>
    <dgm:pt modelId="{B2057D43-5FF8-4C5F-A68C-E6F86BBFC30E}" type="pres">
      <dgm:prSet presAssocID="{DCB0B799-BFB5-4D6B-BA60-2B2F28576943}" presName="rootText1" presStyleLbl="alignAcc1" presStyleIdx="0" presStyleCnt="0">
        <dgm:presLayoutVars>
          <dgm:chPref val="3"/>
        </dgm:presLayoutVars>
      </dgm:prSet>
      <dgm:spPr/>
    </dgm:pt>
    <dgm:pt modelId="{1DD122C7-3A71-417A-9C4D-5B0CCCD4C370}" type="pres">
      <dgm:prSet presAssocID="{DCB0B799-BFB5-4D6B-BA60-2B2F28576943}" presName="topArc1" presStyleLbl="parChTrans1D1" presStyleIdx="0" presStyleCnt="12"/>
      <dgm:spPr/>
    </dgm:pt>
    <dgm:pt modelId="{AF10D3E6-6604-4B95-962B-59292B2CB786}" type="pres">
      <dgm:prSet presAssocID="{DCB0B799-BFB5-4D6B-BA60-2B2F28576943}" presName="bottomArc1" presStyleLbl="parChTrans1D1" presStyleIdx="1" presStyleCnt="12"/>
      <dgm:spPr/>
    </dgm:pt>
    <dgm:pt modelId="{52E6F2DE-EB5F-46EC-B7D7-E6C6CF3880B3}" type="pres">
      <dgm:prSet presAssocID="{DCB0B799-BFB5-4D6B-BA60-2B2F28576943}" presName="topConnNode1" presStyleLbl="node1" presStyleIdx="0" presStyleCnt="0"/>
      <dgm:spPr/>
    </dgm:pt>
    <dgm:pt modelId="{C86F12A0-9288-48C8-95A3-B22438C7FD38}" type="pres">
      <dgm:prSet presAssocID="{DCB0B799-BFB5-4D6B-BA60-2B2F28576943}" presName="hierChild2" presStyleCnt="0"/>
      <dgm:spPr/>
    </dgm:pt>
    <dgm:pt modelId="{9D76DB5F-C815-45F4-9EAB-6CA0C0898F18}" type="pres">
      <dgm:prSet presAssocID="{9A3C059A-451A-44F9-9460-1B652EC5A4D7}" presName="Name28" presStyleLbl="parChTrans1D2" presStyleIdx="0" presStyleCnt="2"/>
      <dgm:spPr/>
    </dgm:pt>
    <dgm:pt modelId="{5E6DA482-3240-4271-AB11-BFDB99BCC402}" type="pres">
      <dgm:prSet presAssocID="{A6856309-1803-48A3-AA3F-B8D779135CA1}" presName="hierRoot2" presStyleCnt="0">
        <dgm:presLayoutVars>
          <dgm:hierBranch val="init"/>
        </dgm:presLayoutVars>
      </dgm:prSet>
      <dgm:spPr/>
    </dgm:pt>
    <dgm:pt modelId="{85EFAF29-7A19-4BE8-90F6-DECBBB094D14}" type="pres">
      <dgm:prSet presAssocID="{A6856309-1803-48A3-AA3F-B8D779135CA1}" presName="rootComposite2" presStyleCnt="0"/>
      <dgm:spPr/>
    </dgm:pt>
    <dgm:pt modelId="{50398E50-8386-4B7C-9FA8-AD44807A7A01}" type="pres">
      <dgm:prSet presAssocID="{A6856309-1803-48A3-AA3F-B8D779135CA1}" presName="rootText2" presStyleLbl="alignAcc1" presStyleIdx="0" presStyleCnt="0" custLinFactNeighborX="-20639">
        <dgm:presLayoutVars>
          <dgm:chPref val="3"/>
        </dgm:presLayoutVars>
      </dgm:prSet>
      <dgm:spPr/>
    </dgm:pt>
    <dgm:pt modelId="{0D7623D0-36A0-4F26-A081-D30D3DB3FB13}" type="pres">
      <dgm:prSet presAssocID="{A6856309-1803-48A3-AA3F-B8D779135CA1}" presName="topArc2" presStyleLbl="parChTrans1D1" presStyleIdx="2" presStyleCnt="12"/>
      <dgm:spPr/>
    </dgm:pt>
    <dgm:pt modelId="{6B2F2E3E-7CC3-4B51-AA21-E7481E5CF4D2}" type="pres">
      <dgm:prSet presAssocID="{A6856309-1803-48A3-AA3F-B8D779135CA1}" presName="bottomArc2" presStyleLbl="parChTrans1D1" presStyleIdx="3" presStyleCnt="12"/>
      <dgm:spPr/>
    </dgm:pt>
    <dgm:pt modelId="{C19FB4D1-5598-4012-887F-6EF1DB2FF6E6}" type="pres">
      <dgm:prSet presAssocID="{A6856309-1803-48A3-AA3F-B8D779135CA1}" presName="topConnNode2" presStyleLbl="node2" presStyleIdx="0" presStyleCnt="0"/>
      <dgm:spPr/>
    </dgm:pt>
    <dgm:pt modelId="{DE2E6A9F-AEA3-4AA4-B467-73287832B015}" type="pres">
      <dgm:prSet presAssocID="{A6856309-1803-48A3-AA3F-B8D779135CA1}" presName="hierChild4" presStyleCnt="0"/>
      <dgm:spPr/>
    </dgm:pt>
    <dgm:pt modelId="{D3317455-3EF4-4216-87DC-380FB11B4E16}" type="pres">
      <dgm:prSet presAssocID="{8D022D27-83D6-425F-BC0E-4C5AC3D271F7}" presName="Name28" presStyleLbl="parChTrans1D3" presStyleIdx="0" presStyleCnt="3"/>
      <dgm:spPr/>
    </dgm:pt>
    <dgm:pt modelId="{ED70476A-9D17-4DC9-9EC3-5B8943B4C697}" type="pres">
      <dgm:prSet presAssocID="{EA1C3464-A51E-4B62-8CFC-945779B019C6}" presName="hierRoot2" presStyleCnt="0">
        <dgm:presLayoutVars>
          <dgm:hierBranch val="init"/>
        </dgm:presLayoutVars>
      </dgm:prSet>
      <dgm:spPr/>
    </dgm:pt>
    <dgm:pt modelId="{95CA5030-5D7D-42B6-ACB4-5F8AE12B9A3D}" type="pres">
      <dgm:prSet presAssocID="{EA1C3464-A51E-4B62-8CFC-945779B019C6}" presName="rootComposite2" presStyleCnt="0"/>
      <dgm:spPr/>
    </dgm:pt>
    <dgm:pt modelId="{47809F2F-C6A0-4FE5-BF57-F642C5E10C7B}" type="pres">
      <dgm:prSet presAssocID="{EA1C3464-A51E-4B62-8CFC-945779B019C6}" presName="rootText2" presStyleLbl="alignAcc1" presStyleIdx="0" presStyleCnt="0" custLinFactX="-50882" custLinFactNeighborX="-100000" custLinFactNeighborY="8568">
        <dgm:presLayoutVars>
          <dgm:chPref val="3"/>
        </dgm:presLayoutVars>
      </dgm:prSet>
      <dgm:spPr/>
    </dgm:pt>
    <dgm:pt modelId="{298CC250-56A8-44AC-9BDD-5691B0C84825}" type="pres">
      <dgm:prSet presAssocID="{EA1C3464-A51E-4B62-8CFC-945779B019C6}" presName="topArc2" presStyleLbl="parChTrans1D1" presStyleIdx="4" presStyleCnt="12"/>
      <dgm:spPr/>
    </dgm:pt>
    <dgm:pt modelId="{5498B04F-A43D-4B7F-9BC8-D347CDA58480}" type="pres">
      <dgm:prSet presAssocID="{EA1C3464-A51E-4B62-8CFC-945779B019C6}" presName="bottomArc2" presStyleLbl="parChTrans1D1" presStyleIdx="5" presStyleCnt="12"/>
      <dgm:spPr/>
    </dgm:pt>
    <dgm:pt modelId="{09F40F1B-C5E6-4322-B191-431FD2F050CA}" type="pres">
      <dgm:prSet presAssocID="{EA1C3464-A51E-4B62-8CFC-945779B019C6}" presName="topConnNode2" presStyleLbl="node3" presStyleIdx="0" presStyleCnt="0"/>
      <dgm:spPr/>
    </dgm:pt>
    <dgm:pt modelId="{E2DEFB69-7306-4F63-A238-A6BAE7B4F2A8}" type="pres">
      <dgm:prSet presAssocID="{EA1C3464-A51E-4B62-8CFC-945779B019C6}" presName="hierChild4" presStyleCnt="0"/>
      <dgm:spPr/>
    </dgm:pt>
    <dgm:pt modelId="{D9CCF82B-E6AD-4D08-B0DD-3287F9FEF80D}" type="pres">
      <dgm:prSet presAssocID="{EA1C3464-A51E-4B62-8CFC-945779B019C6}" presName="hierChild5" presStyleCnt="0"/>
      <dgm:spPr/>
    </dgm:pt>
    <dgm:pt modelId="{A21E223C-2B86-4598-A709-45E9F4C4734D}" type="pres">
      <dgm:prSet presAssocID="{A6856309-1803-48A3-AA3F-B8D779135CA1}" presName="hierChild5" presStyleCnt="0"/>
      <dgm:spPr/>
    </dgm:pt>
    <dgm:pt modelId="{32487D9F-EE4D-4D57-9B40-7D4FDE8D23E1}" type="pres">
      <dgm:prSet presAssocID="{39736840-0292-4D4A-8526-AB8C3A43CA0C}" presName="Name28" presStyleLbl="parChTrans1D2" presStyleIdx="1" presStyleCnt="2"/>
      <dgm:spPr/>
    </dgm:pt>
    <dgm:pt modelId="{5A11E3EA-25C1-4A66-B174-A3CED689E502}" type="pres">
      <dgm:prSet presAssocID="{7EAF8A9D-F41F-4B62-AAF6-604ADCA6A38A}" presName="hierRoot2" presStyleCnt="0">
        <dgm:presLayoutVars>
          <dgm:hierBranch val="init"/>
        </dgm:presLayoutVars>
      </dgm:prSet>
      <dgm:spPr/>
    </dgm:pt>
    <dgm:pt modelId="{5AE6E5E0-16DF-428B-9430-CD7056420E06}" type="pres">
      <dgm:prSet presAssocID="{7EAF8A9D-F41F-4B62-AAF6-604ADCA6A38A}" presName="rootComposite2" presStyleCnt="0"/>
      <dgm:spPr/>
    </dgm:pt>
    <dgm:pt modelId="{BFB20DEC-DC37-4C0E-9BD3-7F7734753367}" type="pres">
      <dgm:prSet presAssocID="{7EAF8A9D-F41F-4B62-AAF6-604ADCA6A38A}" presName="rootText2" presStyleLbl="alignAcc1" presStyleIdx="0" presStyleCnt="0" custLinFactNeighborX="17822" custLinFactNeighborY="0">
        <dgm:presLayoutVars>
          <dgm:chPref val="3"/>
        </dgm:presLayoutVars>
      </dgm:prSet>
      <dgm:spPr/>
    </dgm:pt>
    <dgm:pt modelId="{39ECCAC0-37BC-4B78-959C-7F640B73CCF0}" type="pres">
      <dgm:prSet presAssocID="{7EAF8A9D-F41F-4B62-AAF6-604ADCA6A38A}" presName="topArc2" presStyleLbl="parChTrans1D1" presStyleIdx="6" presStyleCnt="12"/>
      <dgm:spPr/>
    </dgm:pt>
    <dgm:pt modelId="{3C9EEA28-BFC4-42A4-B141-604851841D3A}" type="pres">
      <dgm:prSet presAssocID="{7EAF8A9D-F41F-4B62-AAF6-604ADCA6A38A}" presName="bottomArc2" presStyleLbl="parChTrans1D1" presStyleIdx="7" presStyleCnt="12"/>
      <dgm:spPr/>
    </dgm:pt>
    <dgm:pt modelId="{E21ED026-1444-4E13-B0DF-DCFF81A10E31}" type="pres">
      <dgm:prSet presAssocID="{7EAF8A9D-F41F-4B62-AAF6-604ADCA6A38A}" presName="topConnNode2" presStyleLbl="node2" presStyleIdx="0" presStyleCnt="0"/>
      <dgm:spPr/>
    </dgm:pt>
    <dgm:pt modelId="{86E1EDCC-7ED5-4FEC-96B5-4E63CA114505}" type="pres">
      <dgm:prSet presAssocID="{7EAF8A9D-F41F-4B62-AAF6-604ADCA6A38A}" presName="hierChild4" presStyleCnt="0"/>
      <dgm:spPr/>
    </dgm:pt>
    <dgm:pt modelId="{E783276B-72B1-410F-A4E4-08A52206C712}" type="pres">
      <dgm:prSet presAssocID="{AB003866-0584-4C42-8AAF-79E0A66C7B27}" presName="Name28" presStyleLbl="parChTrans1D3" presStyleIdx="1" presStyleCnt="3"/>
      <dgm:spPr/>
    </dgm:pt>
    <dgm:pt modelId="{16BF0E1B-73B3-4F59-A476-CE6F02C82BF5}" type="pres">
      <dgm:prSet presAssocID="{C83D6796-35F4-4DBD-931E-411E4004758B}" presName="hierRoot2" presStyleCnt="0">
        <dgm:presLayoutVars>
          <dgm:hierBranch val="init"/>
        </dgm:presLayoutVars>
      </dgm:prSet>
      <dgm:spPr/>
    </dgm:pt>
    <dgm:pt modelId="{25D24B58-CA56-404D-B61C-2AA7E9A9F274}" type="pres">
      <dgm:prSet presAssocID="{C83D6796-35F4-4DBD-931E-411E4004758B}" presName="rootComposite2" presStyleCnt="0"/>
      <dgm:spPr/>
    </dgm:pt>
    <dgm:pt modelId="{EECDCF52-E6F4-4C1C-8FF4-37BF4063469D}" type="pres">
      <dgm:prSet presAssocID="{C83D6796-35F4-4DBD-931E-411E4004758B}" presName="rootText2" presStyleLbl="alignAcc1" presStyleIdx="0" presStyleCnt="0" custLinFactNeighborX="10282" custLinFactNeighborY="7712">
        <dgm:presLayoutVars>
          <dgm:chPref val="3"/>
        </dgm:presLayoutVars>
      </dgm:prSet>
      <dgm:spPr/>
    </dgm:pt>
    <dgm:pt modelId="{49AAB08E-EDC4-4BEF-B64B-25272BF0719F}" type="pres">
      <dgm:prSet presAssocID="{C83D6796-35F4-4DBD-931E-411E4004758B}" presName="topArc2" presStyleLbl="parChTrans1D1" presStyleIdx="8" presStyleCnt="12"/>
      <dgm:spPr/>
    </dgm:pt>
    <dgm:pt modelId="{776E57D9-8CA7-4A85-BDD0-52A1597B04EB}" type="pres">
      <dgm:prSet presAssocID="{C83D6796-35F4-4DBD-931E-411E4004758B}" presName="bottomArc2" presStyleLbl="parChTrans1D1" presStyleIdx="9" presStyleCnt="12"/>
      <dgm:spPr/>
    </dgm:pt>
    <dgm:pt modelId="{0195D0E6-595B-404E-9B78-ED5D3571024C}" type="pres">
      <dgm:prSet presAssocID="{C83D6796-35F4-4DBD-931E-411E4004758B}" presName="topConnNode2" presStyleLbl="node3" presStyleIdx="0" presStyleCnt="0"/>
      <dgm:spPr/>
    </dgm:pt>
    <dgm:pt modelId="{5280DA94-8369-4610-B1F6-2C69E83733D8}" type="pres">
      <dgm:prSet presAssocID="{C83D6796-35F4-4DBD-931E-411E4004758B}" presName="hierChild4" presStyleCnt="0"/>
      <dgm:spPr/>
    </dgm:pt>
    <dgm:pt modelId="{26AAB12E-F19C-4F6A-85F2-B0AFDE55AEFE}" type="pres">
      <dgm:prSet presAssocID="{C83D6796-35F4-4DBD-931E-411E4004758B}" presName="hierChild5" presStyleCnt="0"/>
      <dgm:spPr/>
    </dgm:pt>
    <dgm:pt modelId="{1C83BA83-CDEE-4754-A82A-1BE1CE7388BE}" type="pres">
      <dgm:prSet presAssocID="{42FDF5DD-7122-4257-84E5-72DDF8A6ACED}" presName="Name28" presStyleLbl="parChTrans1D3" presStyleIdx="2" presStyleCnt="3"/>
      <dgm:spPr/>
    </dgm:pt>
    <dgm:pt modelId="{8E985F42-03D1-4D4B-99E4-C1BD8F3868A8}" type="pres">
      <dgm:prSet presAssocID="{2C08E654-1BF3-4F7F-8E00-3E8B3B329F47}" presName="hierRoot2" presStyleCnt="0">
        <dgm:presLayoutVars>
          <dgm:hierBranch val="init"/>
        </dgm:presLayoutVars>
      </dgm:prSet>
      <dgm:spPr/>
    </dgm:pt>
    <dgm:pt modelId="{3352AABA-31DB-46E4-93CE-407A897F54BD}" type="pres">
      <dgm:prSet presAssocID="{2C08E654-1BF3-4F7F-8E00-3E8B3B329F47}" presName="rootComposite2" presStyleCnt="0"/>
      <dgm:spPr/>
    </dgm:pt>
    <dgm:pt modelId="{B53F4050-BAF8-4123-AEA6-1E12A322D670}" type="pres">
      <dgm:prSet presAssocID="{2C08E654-1BF3-4F7F-8E00-3E8B3B329F47}" presName="rootText2" presStyleLbl="alignAcc1" presStyleIdx="0" presStyleCnt="0">
        <dgm:presLayoutVars>
          <dgm:chPref val="3"/>
        </dgm:presLayoutVars>
      </dgm:prSet>
      <dgm:spPr/>
    </dgm:pt>
    <dgm:pt modelId="{234C5FBD-7E28-44C0-BC75-34D1BE239E13}" type="pres">
      <dgm:prSet presAssocID="{2C08E654-1BF3-4F7F-8E00-3E8B3B329F47}" presName="topArc2" presStyleLbl="parChTrans1D1" presStyleIdx="10" presStyleCnt="12"/>
      <dgm:spPr/>
    </dgm:pt>
    <dgm:pt modelId="{DF4CC506-E6AC-4649-9A24-F95A7286CD74}" type="pres">
      <dgm:prSet presAssocID="{2C08E654-1BF3-4F7F-8E00-3E8B3B329F47}" presName="bottomArc2" presStyleLbl="parChTrans1D1" presStyleIdx="11" presStyleCnt="12"/>
      <dgm:spPr/>
    </dgm:pt>
    <dgm:pt modelId="{591CE2E7-B26D-4DBB-B2C5-142FFC764100}" type="pres">
      <dgm:prSet presAssocID="{2C08E654-1BF3-4F7F-8E00-3E8B3B329F47}" presName="topConnNode2" presStyleLbl="node3" presStyleIdx="0" presStyleCnt="0"/>
      <dgm:spPr/>
    </dgm:pt>
    <dgm:pt modelId="{E856F0D5-DFCF-4D28-B140-698F00BA021E}" type="pres">
      <dgm:prSet presAssocID="{2C08E654-1BF3-4F7F-8E00-3E8B3B329F47}" presName="hierChild4" presStyleCnt="0"/>
      <dgm:spPr/>
    </dgm:pt>
    <dgm:pt modelId="{CC3F4D0E-A4E8-4D05-9134-1A28472C99B3}" type="pres">
      <dgm:prSet presAssocID="{2C08E654-1BF3-4F7F-8E00-3E8B3B329F47}" presName="hierChild5" presStyleCnt="0"/>
      <dgm:spPr/>
    </dgm:pt>
    <dgm:pt modelId="{117F8A4F-C990-4B9E-93D2-CEFFE1EFA96B}" type="pres">
      <dgm:prSet presAssocID="{7EAF8A9D-F41F-4B62-AAF6-604ADCA6A38A}" presName="hierChild5" presStyleCnt="0"/>
      <dgm:spPr/>
    </dgm:pt>
    <dgm:pt modelId="{229967F0-1170-4D3B-B5C6-4FB45F4A2338}" type="pres">
      <dgm:prSet presAssocID="{DCB0B799-BFB5-4D6B-BA60-2B2F28576943}" presName="hierChild3" presStyleCnt="0"/>
      <dgm:spPr/>
    </dgm:pt>
  </dgm:ptLst>
  <dgm:cxnLst>
    <dgm:cxn modelId="{70902D03-9726-41DA-B53E-70CC26D90D0C}" srcId="{DCB0B799-BFB5-4D6B-BA60-2B2F28576943}" destId="{A6856309-1803-48A3-AA3F-B8D779135CA1}" srcOrd="0" destOrd="0" parTransId="{9A3C059A-451A-44F9-9460-1B652EC5A4D7}" sibTransId="{6AC975FF-AE3E-4C15-8242-DF4EB6005B56}"/>
    <dgm:cxn modelId="{1CAA4303-B9BE-4C20-8365-96FF64D749B4}" type="presOf" srcId="{7EAF8A9D-F41F-4B62-AAF6-604ADCA6A38A}" destId="{BFB20DEC-DC37-4C0E-9BD3-7F7734753367}" srcOrd="0" destOrd="0" presId="urn:microsoft.com/office/officeart/2008/layout/HalfCircleOrganizationChart"/>
    <dgm:cxn modelId="{89B9D508-8569-4FDD-A188-822889FD553E}" type="presOf" srcId="{DCB0B799-BFB5-4D6B-BA60-2B2F28576943}" destId="{52E6F2DE-EB5F-46EC-B7D7-E6C6CF3880B3}" srcOrd="1" destOrd="0" presId="urn:microsoft.com/office/officeart/2008/layout/HalfCircleOrganizationChart"/>
    <dgm:cxn modelId="{BC6DC834-244A-48CA-8C35-1170E11E4358}" type="presOf" srcId="{3F39B59C-9062-43BA-A02E-E133BCBA84C3}" destId="{3A236617-E729-47FE-B61A-F94EE1AFB9FE}" srcOrd="0" destOrd="0" presId="urn:microsoft.com/office/officeart/2008/layout/HalfCircleOrganizationChart"/>
    <dgm:cxn modelId="{1EA59A3E-E40F-42CE-90B0-ABBD811E7EA2}" srcId="{3F39B59C-9062-43BA-A02E-E133BCBA84C3}" destId="{DCB0B799-BFB5-4D6B-BA60-2B2F28576943}" srcOrd="0" destOrd="0" parTransId="{0CD247DF-6D8E-47CB-A981-C81CA9B449F7}" sibTransId="{1F4BD661-1C0D-4C22-8B3B-CF24121F4845}"/>
    <dgm:cxn modelId="{31D0705C-F6B7-4994-8D4D-66250F3E888E}" type="presOf" srcId="{9A3C059A-451A-44F9-9460-1B652EC5A4D7}" destId="{9D76DB5F-C815-45F4-9EAB-6CA0C0898F18}" srcOrd="0" destOrd="0" presId="urn:microsoft.com/office/officeart/2008/layout/HalfCircleOrganizationChart"/>
    <dgm:cxn modelId="{1B6EBA41-D9B3-4EC6-894D-59E16B20982C}" type="presOf" srcId="{7EAF8A9D-F41F-4B62-AAF6-604ADCA6A38A}" destId="{E21ED026-1444-4E13-B0DF-DCFF81A10E31}" srcOrd="1" destOrd="0" presId="urn:microsoft.com/office/officeart/2008/layout/HalfCircleOrganizationChart"/>
    <dgm:cxn modelId="{D0086A45-67DC-476C-A15F-C531A7919682}" type="presOf" srcId="{39736840-0292-4D4A-8526-AB8C3A43CA0C}" destId="{32487D9F-EE4D-4D57-9B40-7D4FDE8D23E1}" srcOrd="0" destOrd="0" presId="urn:microsoft.com/office/officeart/2008/layout/HalfCircleOrganizationChart"/>
    <dgm:cxn modelId="{49CFA36D-5FC8-499B-A78B-8E905081DA73}" type="presOf" srcId="{42FDF5DD-7122-4257-84E5-72DDF8A6ACED}" destId="{1C83BA83-CDEE-4754-A82A-1BE1CE7388BE}" srcOrd="0" destOrd="0" presId="urn:microsoft.com/office/officeart/2008/layout/HalfCircleOrganizationChart"/>
    <dgm:cxn modelId="{8655FA4D-EB30-4C29-85A0-F10805F37155}" type="presOf" srcId="{C83D6796-35F4-4DBD-931E-411E4004758B}" destId="{0195D0E6-595B-404E-9B78-ED5D3571024C}" srcOrd="1" destOrd="0" presId="urn:microsoft.com/office/officeart/2008/layout/HalfCircleOrganizationChart"/>
    <dgm:cxn modelId="{3C505272-4373-46C3-99BA-AA92F2D7E86F}" type="presOf" srcId="{C83D6796-35F4-4DBD-931E-411E4004758B}" destId="{EECDCF52-E6F4-4C1C-8FF4-37BF4063469D}" srcOrd="0" destOrd="0" presId="urn:microsoft.com/office/officeart/2008/layout/HalfCircleOrganizationChart"/>
    <dgm:cxn modelId="{01660454-5F70-46A1-AC1C-37923E2DF611}" type="presOf" srcId="{EA1C3464-A51E-4B62-8CFC-945779B019C6}" destId="{47809F2F-C6A0-4FE5-BF57-F642C5E10C7B}" srcOrd="0" destOrd="0" presId="urn:microsoft.com/office/officeart/2008/layout/HalfCircleOrganizationChart"/>
    <dgm:cxn modelId="{00378575-9F77-47A5-8F87-29D6F0B08403}" srcId="{7EAF8A9D-F41F-4B62-AAF6-604ADCA6A38A}" destId="{2C08E654-1BF3-4F7F-8E00-3E8B3B329F47}" srcOrd="1" destOrd="0" parTransId="{42FDF5DD-7122-4257-84E5-72DDF8A6ACED}" sibTransId="{28DB8336-C6BA-4549-97EA-B733B4D4310B}"/>
    <dgm:cxn modelId="{0329ED7A-5F88-46FE-8B2A-30DED9CCF3B2}" type="presOf" srcId="{2C08E654-1BF3-4F7F-8E00-3E8B3B329F47}" destId="{591CE2E7-B26D-4DBB-B2C5-142FFC764100}" srcOrd="1" destOrd="0" presId="urn:microsoft.com/office/officeart/2008/layout/HalfCircleOrganizationChart"/>
    <dgm:cxn modelId="{FCBA8C84-BDC6-4D7F-951B-4C83546BDB4B}" srcId="{7EAF8A9D-F41F-4B62-AAF6-604ADCA6A38A}" destId="{C83D6796-35F4-4DBD-931E-411E4004758B}" srcOrd="0" destOrd="0" parTransId="{AB003866-0584-4C42-8AAF-79E0A66C7B27}" sibTransId="{4E3029C8-120F-44AE-A3FC-A7D1A0CAB9E9}"/>
    <dgm:cxn modelId="{90DDE5A7-B639-44FB-83F7-0B4BC4CCE181}" type="presOf" srcId="{8D022D27-83D6-425F-BC0E-4C5AC3D271F7}" destId="{D3317455-3EF4-4216-87DC-380FB11B4E16}" srcOrd="0" destOrd="0" presId="urn:microsoft.com/office/officeart/2008/layout/HalfCircleOrganizationChart"/>
    <dgm:cxn modelId="{CB4998AF-F8AD-4F59-B616-9CFDFDA0C1D9}" type="presOf" srcId="{AB003866-0584-4C42-8AAF-79E0A66C7B27}" destId="{E783276B-72B1-410F-A4E4-08A52206C712}" srcOrd="0" destOrd="0" presId="urn:microsoft.com/office/officeart/2008/layout/HalfCircleOrganizationChart"/>
    <dgm:cxn modelId="{A46C92B2-6907-4053-9836-1FAF4E2853A8}" type="presOf" srcId="{EA1C3464-A51E-4B62-8CFC-945779B019C6}" destId="{09F40F1B-C5E6-4322-B191-431FD2F050CA}" srcOrd="1" destOrd="0" presId="urn:microsoft.com/office/officeart/2008/layout/HalfCircleOrganizationChart"/>
    <dgm:cxn modelId="{CE1B4DBD-0E59-461C-BF48-03E09CAD45E3}" type="presOf" srcId="{A6856309-1803-48A3-AA3F-B8D779135CA1}" destId="{C19FB4D1-5598-4012-887F-6EF1DB2FF6E6}" srcOrd="1" destOrd="0" presId="urn:microsoft.com/office/officeart/2008/layout/HalfCircleOrganizationChart"/>
    <dgm:cxn modelId="{2D6A44CB-B6CB-4B85-BB47-6C95694842B4}" type="presOf" srcId="{2C08E654-1BF3-4F7F-8E00-3E8B3B329F47}" destId="{B53F4050-BAF8-4123-AEA6-1E12A322D670}" srcOrd="0" destOrd="0" presId="urn:microsoft.com/office/officeart/2008/layout/HalfCircleOrganizationChart"/>
    <dgm:cxn modelId="{36DFBEEE-4CE5-4BA3-9D34-091FF19AD2A0}" type="presOf" srcId="{DCB0B799-BFB5-4D6B-BA60-2B2F28576943}" destId="{B2057D43-5FF8-4C5F-A68C-E6F86BBFC30E}" srcOrd="0" destOrd="0" presId="urn:microsoft.com/office/officeart/2008/layout/HalfCircleOrganizationChart"/>
    <dgm:cxn modelId="{1483DEEE-02DD-47BC-8051-1BBA737D00F1}" srcId="{DCB0B799-BFB5-4D6B-BA60-2B2F28576943}" destId="{7EAF8A9D-F41F-4B62-AAF6-604ADCA6A38A}" srcOrd="1" destOrd="0" parTransId="{39736840-0292-4D4A-8526-AB8C3A43CA0C}" sibTransId="{2F61A699-4703-4DDF-9342-931466161E12}"/>
    <dgm:cxn modelId="{F52B31F2-AFB5-465E-BD28-07C63A58D119}" srcId="{A6856309-1803-48A3-AA3F-B8D779135CA1}" destId="{EA1C3464-A51E-4B62-8CFC-945779B019C6}" srcOrd="0" destOrd="0" parTransId="{8D022D27-83D6-425F-BC0E-4C5AC3D271F7}" sibTransId="{0ABF4989-3885-437D-9343-424A756999EF}"/>
    <dgm:cxn modelId="{85623FF9-EC30-4C82-8725-D28B851E47C6}" type="presOf" srcId="{A6856309-1803-48A3-AA3F-B8D779135CA1}" destId="{50398E50-8386-4B7C-9FA8-AD44807A7A01}" srcOrd="0" destOrd="0" presId="urn:microsoft.com/office/officeart/2008/layout/HalfCircleOrganizationChart"/>
    <dgm:cxn modelId="{FFE6F397-77F1-4A62-BFF6-70BB932A889E}" type="presParOf" srcId="{3A236617-E729-47FE-B61A-F94EE1AFB9FE}" destId="{68CCC353-CFC8-4BAD-9EF4-43FB4BA1AA8B}" srcOrd="0" destOrd="0" presId="urn:microsoft.com/office/officeart/2008/layout/HalfCircleOrganizationChart"/>
    <dgm:cxn modelId="{83F48242-E835-4822-A1FB-D146C6D2C4BF}" type="presParOf" srcId="{68CCC353-CFC8-4BAD-9EF4-43FB4BA1AA8B}" destId="{05732483-230F-40A2-B7AE-CDE6BE7A56E5}" srcOrd="0" destOrd="0" presId="urn:microsoft.com/office/officeart/2008/layout/HalfCircleOrganizationChart"/>
    <dgm:cxn modelId="{B924FC92-5251-4675-931E-5E2C50D8D815}" type="presParOf" srcId="{05732483-230F-40A2-B7AE-CDE6BE7A56E5}" destId="{B2057D43-5FF8-4C5F-A68C-E6F86BBFC30E}" srcOrd="0" destOrd="0" presId="urn:microsoft.com/office/officeart/2008/layout/HalfCircleOrganizationChart"/>
    <dgm:cxn modelId="{6A6936C6-5B49-491A-AA43-BC2FB9095526}" type="presParOf" srcId="{05732483-230F-40A2-B7AE-CDE6BE7A56E5}" destId="{1DD122C7-3A71-417A-9C4D-5B0CCCD4C370}" srcOrd="1" destOrd="0" presId="urn:microsoft.com/office/officeart/2008/layout/HalfCircleOrganizationChart"/>
    <dgm:cxn modelId="{9FE57158-F4E1-4A40-B3CE-2C1919971CEB}" type="presParOf" srcId="{05732483-230F-40A2-B7AE-CDE6BE7A56E5}" destId="{AF10D3E6-6604-4B95-962B-59292B2CB786}" srcOrd="2" destOrd="0" presId="urn:microsoft.com/office/officeart/2008/layout/HalfCircleOrganizationChart"/>
    <dgm:cxn modelId="{D5A3106A-4B09-4527-AD4D-4FF42FAAA7E6}" type="presParOf" srcId="{05732483-230F-40A2-B7AE-CDE6BE7A56E5}" destId="{52E6F2DE-EB5F-46EC-B7D7-E6C6CF3880B3}" srcOrd="3" destOrd="0" presId="urn:microsoft.com/office/officeart/2008/layout/HalfCircleOrganizationChart"/>
    <dgm:cxn modelId="{F9EE1196-963F-4A05-8A25-18738BA44C6E}" type="presParOf" srcId="{68CCC353-CFC8-4BAD-9EF4-43FB4BA1AA8B}" destId="{C86F12A0-9288-48C8-95A3-B22438C7FD38}" srcOrd="1" destOrd="0" presId="urn:microsoft.com/office/officeart/2008/layout/HalfCircleOrganizationChart"/>
    <dgm:cxn modelId="{75EA8094-84A2-4F7A-95D9-A5ED36465105}" type="presParOf" srcId="{C86F12A0-9288-48C8-95A3-B22438C7FD38}" destId="{9D76DB5F-C815-45F4-9EAB-6CA0C0898F18}" srcOrd="0" destOrd="0" presId="urn:microsoft.com/office/officeart/2008/layout/HalfCircleOrganizationChart"/>
    <dgm:cxn modelId="{7E63751D-E03E-493A-88F6-E8CB54FADE64}" type="presParOf" srcId="{C86F12A0-9288-48C8-95A3-B22438C7FD38}" destId="{5E6DA482-3240-4271-AB11-BFDB99BCC402}" srcOrd="1" destOrd="0" presId="urn:microsoft.com/office/officeart/2008/layout/HalfCircleOrganizationChart"/>
    <dgm:cxn modelId="{CAE57684-EC21-4B69-91BE-21BC8E112D2F}" type="presParOf" srcId="{5E6DA482-3240-4271-AB11-BFDB99BCC402}" destId="{85EFAF29-7A19-4BE8-90F6-DECBBB094D14}" srcOrd="0" destOrd="0" presId="urn:microsoft.com/office/officeart/2008/layout/HalfCircleOrganizationChart"/>
    <dgm:cxn modelId="{97697462-6414-420F-9233-FE910170B3C4}" type="presParOf" srcId="{85EFAF29-7A19-4BE8-90F6-DECBBB094D14}" destId="{50398E50-8386-4B7C-9FA8-AD44807A7A01}" srcOrd="0" destOrd="0" presId="urn:microsoft.com/office/officeart/2008/layout/HalfCircleOrganizationChart"/>
    <dgm:cxn modelId="{3DE6947D-C4FC-417A-BC9C-154D0D49F419}" type="presParOf" srcId="{85EFAF29-7A19-4BE8-90F6-DECBBB094D14}" destId="{0D7623D0-36A0-4F26-A081-D30D3DB3FB13}" srcOrd="1" destOrd="0" presId="urn:microsoft.com/office/officeart/2008/layout/HalfCircleOrganizationChart"/>
    <dgm:cxn modelId="{5D9D30AD-0EE0-493D-B548-EC8CD0199359}" type="presParOf" srcId="{85EFAF29-7A19-4BE8-90F6-DECBBB094D14}" destId="{6B2F2E3E-7CC3-4B51-AA21-E7481E5CF4D2}" srcOrd="2" destOrd="0" presId="urn:microsoft.com/office/officeart/2008/layout/HalfCircleOrganizationChart"/>
    <dgm:cxn modelId="{18CCC308-679C-4E7D-A177-58C62709ECB4}" type="presParOf" srcId="{85EFAF29-7A19-4BE8-90F6-DECBBB094D14}" destId="{C19FB4D1-5598-4012-887F-6EF1DB2FF6E6}" srcOrd="3" destOrd="0" presId="urn:microsoft.com/office/officeart/2008/layout/HalfCircleOrganizationChart"/>
    <dgm:cxn modelId="{096C4EB3-626D-4F02-B2AA-CA7B52765CD7}" type="presParOf" srcId="{5E6DA482-3240-4271-AB11-BFDB99BCC402}" destId="{DE2E6A9F-AEA3-4AA4-B467-73287832B015}" srcOrd="1" destOrd="0" presId="urn:microsoft.com/office/officeart/2008/layout/HalfCircleOrganizationChart"/>
    <dgm:cxn modelId="{1470BA20-3499-401F-9231-580387A17FC0}" type="presParOf" srcId="{DE2E6A9F-AEA3-4AA4-B467-73287832B015}" destId="{D3317455-3EF4-4216-87DC-380FB11B4E16}" srcOrd="0" destOrd="0" presId="urn:microsoft.com/office/officeart/2008/layout/HalfCircleOrganizationChart"/>
    <dgm:cxn modelId="{A2136554-4438-4DAD-AA6D-A8CC9721C667}" type="presParOf" srcId="{DE2E6A9F-AEA3-4AA4-B467-73287832B015}" destId="{ED70476A-9D17-4DC9-9EC3-5B8943B4C697}" srcOrd="1" destOrd="0" presId="urn:microsoft.com/office/officeart/2008/layout/HalfCircleOrganizationChart"/>
    <dgm:cxn modelId="{CC5DB987-6D94-4573-A2A1-A1BF871462D9}" type="presParOf" srcId="{ED70476A-9D17-4DC9-9EC3-5B8943B4C697}" destId="{95CA5030-5D7D-42B6-ACB4-5F8AE12B9A3D}" srcOrd="0" destOrd="0" presId="urn:microsoft.com/office/officeart/2008/layout/HalfCircleOrganizationChart"/>
    <dgm:cxn modelId="{8B9249A4-35E5-4D7B-A7F7-FC930C1ED13C}" type="presParOf" srcId="{95CA5030-5D7D-42B6-ACB4-5F8AE12B9A3D}" destId="{47809F2F-C6A0-4FE5-BF57-F642C5E10C7B}" srcOrd="0" destOrd="0" presId="urn:microsoft.com/office/officeart/2008/layout/HalfCircleOrganizationChart"/>
    <dgm:cxn modelId="{D339A507-7875-497E-A811-0A238B314A15}" type="presParOf" srcId="{95CA5030-5D7D-42B6-ACB4-5F8AE12B9A3D}" destId="{298CC250-56A8-44AC-9BDD-5691B0C84825}" srcOrd="1" destOrd="0" presId="urn:microsoft.com/office/officeart/2008/layout/HalfCircleOrganizationChart"/>
    <dgm:cxn modelId="{495B8693-A78B-4CB0-B03E-A9CBD59713A5}" type="presParOf" srcId="{95CA5030-5D7D-42B6-ACB4-5F8AE12B9A3D}" destId="{5498B04F-A43D-4B7F-9BC8-D347CDA58480}" srcOrd="2" destOrd="0" presId="urn:microsoft.com/office/officeart/2008/layout/HalfCircleOrganizationChart"/>
    <dgm:cxn modelId="{EBC25EB7-40DC-46FB-AFF0-DCC514C38E87}" type="presParOf" srcId="{95CA5030-5D7D-42B6-ACB4-5F8AE12B9A3D}" destId="{09F40F1B-C5E6-4322-B191-431FD2F050CA}" srcOrd="3" destOrd="0" presId="urn:microsoft.com/office/officeart/2008/layout/HalfCircleOrganizationChart"/>
    <dgm:cxn modelId="{5D55EA6B-1863-4217-849E-9F70A2072C2F}" type="presParOf" srcId="{ED70476A-9D17-4DC9-9EC3-5B8943B4C697}" destId="{E2DEFB69-7306-4F63-A238-A6BAE7B4F2A8}" srcOrd="1" destOrd="0" presId="urn:microsoft.com/office/officeart/2008/layout/HalfCircleOrganizationChart"/>
    <dgm:cxn modelId="{0D7CC43D-95DE-42D6-B093-8FDBCD727F01}" type="presParOf" srcId="{ED70476A-9D17-4DC9-9EC3-5B8943B4C697}" destId="{D9CCF82B-E6AD-4D08-B0DD-3287F9FEF80D}" srcOrd="2" destOrd="0" presId="urn:microsoft.com/office/officeart/2008/layout/HalfCircleOrganizationChart"/>
    <dgm:cxn modelId="{2EABC002-0DBD-41A4-B912-09A3DA840B6D}" type="presParOf" srcId="{5E6DA482-3240-4271-AB11-BFDB99BCC402}" destId="{A21E223C-2B86-4598-A709-45E9F4C4734D}" srcOrd="2" destOrd="0" presId="urn:microsoft.com/office/officeart/2008/layout/HalfCircleOrganizationChart"/>
    <dgm:cxn modelId="{F64242DA-4D77-4224-9E6F-42CF062CD20D}" type="presParOf" srcId="{C86F12A0-9288-48C8-95A3-B22438C7FD38}" destId="{32487D9F-EE4D-4D57-9B40-7D4FDE8D23E1}" srcOrd="2" destOrd="0" presId="urn:microsoft.com/office/officeart/2008/layout/HalfCircleOrganizationChart"/>
    <dgm:cxn modelId="{B9D2A876-F4E4-4C9E-99FF-1417503DC159}" type="presParOf" srcId="{C86F12A0-9288-48C8-95A3-B22438C7FD38}" destId="{5A11E3EA-25C1-4A66-B174-A3CED689E502}" srcOrd="3" destOrd="0" presId="urn:microsoft.com/office/officeart/2008/layout/HalfCircleOrganizationChart"/>
    <dgm:cxn modelId="{DD8560B0-49F5-41E6-BE91-B16252B74424}" type="presParOf" srcId="{5A11E3EA-25C1-4A66-B174-A3CED689E502}" destId="{5AE6E5E0-16DF-428B-9430-CD7056420E06}" srcOrd="0" destOrd="0" presId="urn:microsoft.com/office/officeart/2008/layout/HalfCircleOrganizationChart"/>
    <dgm:cxn modelId="{971C6F2D-462A-4DA3-8B1E-96AE55F255B5}" type="presParOf" srcId="{5AE6E5E0-16DF-428B-9430-CD7056420E06}" destId="{BFB20DEC-DC37-4C0E-9BD3-7F7734753367}" srcOrd="0" destOrd="0" presId="urn:microsoft.com/office/officeart/2008/layout/HalfCircleOrganizationChart"/>
    <dgm:cxn modelId="{D6A636DA-9E65-4F85-8326-BA58A1F127E6}" type="presParOf" srcId="{5AE6E5E0-16DF-428B-9430-CD7056420E06}" destId="{39ECCAC0-37BC-4B78-959C-7F640B73CCF0}" srcOrd="1" destOrd="0" presId="urn:microsoft.com/office/officeart/2008/layout/HalfCircleOrganizationChart"/>
    <dgm:cxn modelId="{5A39CE71-25DE-429E-85BA-4D4E82E861F6}" type="presParOf" srcId="{5AE6E5E0-16DF-428B-9430-CD7056420E06}" destId="{3C9EEA28-BFC4-42A4-B141-604851841D3A}" srcOrd="2" destOrd="0" presId="urn:microsoft.com/office/officeart/2008/layout/HalfCircleOrganizationChart"/>
    <dgm:cxn modelId="{6FD9974D-DED0-441B-96BF-E29ADBC2BA86}" type="presParOf" srcId="{5AE6E5E0-16DF-428B-9430-CD7056420E06}" destId="{E21ED026-1444-4E13-B0DF-DCFF81A10E31}" srcOrd="3" destOrd="0" presId="urn:microsoft.com/office/officeart/2008/layout/HalfCircleOrganizationChart"/>
    <dgm:cxn modelId="{18F23A02-0A40-487C-A76F-7108C14B3AB1}" type="presParOf" srcId="{5A11E3EA-25C1-4A66-B174-A3CED689E502}" destId="{86E1EDCC-7ED5-4FEC-96B5-4E63CA114505}" srcOrd="1" destOrd="0" presId="urn:microsoft.com/office/officeart/2008/layout/HalfCircleOrganizationChart"/>
    <dgm:cxn modelId="{5AA69D05-45E8-49D8-A33F-FE6D5685322A}" type="presParOf" srcId="{86E1EDCC-7ED5-4FEC-96B5-4E63CA114505}" destId="{E783276B-72B1-410F-A4E4-08A52206C712}" srcOrd="0" destOrd="0" presId="urn:microsoft.com/office/officeart/2008/layout/HalfCircleOrganizationChart"/>
    <dgm:cxn modelId="{F376AC66-CBA2-4A31-B366-AF05F2869270}" type="presParOf" srcId="{86E1EDCC-7ED5-4FEC-96B5-4E63CA114505}" destId="{16BF0E1B-73B3-4F59-A476-CE6F02C82BF5}" srcOrd="1" destOrd="0" presId="urn:microsoft.com/office/officeart/2008/layout/HalfCircleOrganizationChart"/>
    <dgm:cxn modelId="{535C5464-0463-4C2A-89E6-242AF3A2A173}" type="presParOf" srcId="{16BF0E1B-73B3-4F59-A476-CE6F02C82BF5}" destId="{25D24B58-CA56-404D-B61C-2AA7E9A9F274}" srcOrd="0" destOrd="0" presId="urn:microsoft.com/office/officeart/2008/layout/HalfCircleOrganizationChart"/>
    <dgm:cxn modelId="{33B210EC-1C54-4510-8B26-0BDE5A4B1941}" type="presParOf" srcId="{25D24B58-CA56-404D-B61C-2AA7E9A9F274}" destId="{EECDCF52-E6F4-4C1C-8FF4-37BF4063469D}" srcOrd="0" destOrd="0" presId="urn:microsoft.com/office/officeart/2008/layout/HalfCircleOrganizationChart"/>
    <dgm:cxn modelId="{757E6BB4-4355-4B95-A83A-A8834DAE2285}" type="presParOf" srcId="{25D24B58-CA56-404D-B61C-2AA7E9A9F274}" destId="{49AAB08E-EDC4-4BEF-B64B-25272BF0719F}" srcOrd="1" destOrd="0" presId="urn:microsoft.com/office/officeart/2008/layout/HalfCircleOrganizationChart"/>
    <dgm:cxn modelId="{1572114F-7A9A-403C-AC57-9505ACBF4648}" type="presParOf" srcId="{25D24B58-CA56-404D-B61C-2AA7E9A9F274}" destId="{776E57D9-8CA7-4A85-BDD0-52A1597B04EB}" srcOrd="2" destOrd="0" presId="urn:microsoft.com/office/officeart/2008/layout/HalfCircleOrganizationChart"/>
    <dgm:cxn modelId="{2BDF45A5-D8C9-4446-815D-818A7C151ABC}" type="presParOf" srcId="{25D24B58-CA56-404D-B61C-2AA7E9A9F274}" destId="{0195D0E6-595B-404E-9B78-ED5D3571024C}" srcOrd="3" destOrd="0" presId="urn:microsoft.com/office/officeart/2008/layout/HalfCircleOrganizationChart"/>
    <dgm:cxn modelId="{9E5252D4-798D-408A-8F7A-B9419087729A}" type="presParOf" srcId="{16BF0E1B-73B3-4F59-A476-CE6F02C82BF5}" destId="{5280DA94-8369-4610-B1F6-2C69E83733D8}" srcOrd="1" destOrd="0" presId="urn:microsoft.com/office/officeart/2008/layout/HalfCircleOrganizationChart"/>
    <dgm:cxn modelId="{503CCDD5-3378-4BEE-B654-E82B46C76567}" type="presParOf" srcId="{16BF0E1B-73B3-4F59-A476-CE6F02C82BF5}" destId="{26AAB12E-F19C-4F6A-85F2-B0AFDE55AEFE}" srcOrd="2" destOrd="0" presId="urn:microsoft.com/office/officeart/2008/layout/HalfCircleOrganizationChart"/>
    <dgm:cxn modelId="{638FBE80-6F27-4AE3-8746-3A15F9F5DA2B}" type="presParOf" srcId="{86E1EDCC-7ED5-4FEC-96B5-4E63CA114505}" destId="{1C83BA83-CDEE-4754-A82A-1BE1CE7388BE}" srcOrd="2" destOrd="0" presId="urn:microsoft.com/office/officeart/2008/layout/HalfCircleOrganizationChart"/>
    <dgm:cxn modelId="{3A1CA311-BE52-472C-B28E-26659E472995}" type="presParOf" srcId="{86E1EDCC-7ED5-4FEC-96B5-4E63CA114505}" destId="{8E985F42-03D1-4D4B-99E4-C1BD8F3868A8}" srcOrd="3" destOrd="0" presId="urn:microsoft.com/office/officeart/2008/layout/HalfCircleOrganizationChart"/>
    <dgm:cxn modelId="{284EA8BB-FD15-4CAF-8BD8-9733AF64B659}" type="presParOf" srcId="{8E985F42-03D1-4D4B-99E4-C1BD8F3868A8}" destId="{3352AABA-31DB-46E4-93CE-407A897F54BD}" srcOrd="0" destOrd="0" presId="urn:microsoft.com/office/officeart/2008/layout/HalfCircleOrganizationChart"/>
    <dgm:cxn modelId="{4BB073ED-D7F8-45CE-B700-034A65E14164}" type="presParOf" srcId="{3352AABA-31DB-46E4-93CE-407A897F54BD}" destId="{B53F4050-BAF8-4123-AEA6-1E12A322D670}" srcOrd="0" destOrd="0" presId="urn:microsoft.com/office/officeart/2008/layout/HalfCircleOrganizationChart"/>
    <dgm:cxn modelId="{8822D6D4-95FA-4FAA-B832-7A233B637416}" type="presParOf" srcId="{3352AABA-31DB-46E4-93CE-407A897F54BD}" destId="{234C5FBD-7E28-44C0-BC75-34D1BE239E13}" srcOrd="1" destOrd="0" presId="urn:microsoft.com/office/officeart/2008/layout/HalfCircleOrganizationChart"/>
    <dgm:cxn modelId="{E2DB53D0-0871-402E-9B44-35ED27BF0471}" type="presParOf" srcId="{3352AABA-31DB-46E4-93CE-407A897F54BD}" destId="{DF4CC506-E6AC-4649-9A24-F95A7286CD74}" srcOrd="2" destOrd="0" presId="urn:microsoft.com/office/officeart/2008/layout/HalfCircleOrganizationChart"/>
    <dgm:cxn modelId="{2C94FE07-9DC0-4905-B518-8CEFE2A4E363}" type="presParOf" srcId="{3352AABA-31DB-46E4-93CE-407A897F54BD}" destId="{591CE2E7-B26D-4DBB-B2C5-142FFC764100}" srcOrd="3" destOrd="0" presId="urn:microsoft.com/office/officeart/2008/layout/HalfCircleOrganizationChart"/>
    <dgm:cxn modelId="{A7D89E31-A4F9-48E7-9722-85A26FDDA0AD}" type="presParOf" srcId="{8E985F42-03D1-4D4B-99E4-C1BD8F3868A8}" destId="{E856F0D5-DFCF-4D28-B140-698F00BA021E}" srcOrd="1" destOrd="0" presId="urn:microsoft.com/office/officeart/2008/layout/HalfCircleOrganizationChart"/>
    <dgm:cxn modelId="{D3AC3852-2D1A-42C1-B995-81EEAEAA9150}" type="presParOf" srcId="{8E985F42-03D1-4D4B-99E4-C1BD8F3868A8}" destId="{CC3F4D0E-A4E8-4D05-9134-1A28472C99B3}" srcOrd="2" destOrd="0" presId="urn:microsoft.com/office/officeart/2008/layout/HalfCircleOrganizationChart"/>
    <dgm:cxn modelId="{4D81E230-1B0F-4D27-B41A-44B5A9AD0BC9}" type="presParOf" srcId="{5A11E3EA-25C1-4A66-B174-A3CED689E502}" destId="{117F8A4F-C990-4B9E-93D2-CEFFE1EFA96B}" srcOrd="2" destOrd="0" presId="urn:microsoft.com/office/officeart/2008/layout/HalfCircleOrganizationChart"/>
    <dgm:cxn modelId="{F533CF37-9EF4-48D8-A0E0-1F60BB272BDC}" type="presParOf" srcId="{68CCC353-CFC8-4BAD-9EF4-43FB4BA1AA8B}" destId="{229967F0-1170-4D3B-B5C6-4FB45F4A2338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F39B59C-9062-43BA-A02E-E133BCBA84C3}" type="doc">
      <dgm:prSet loTypeId="urn:microsoft.com/office/officeart/2008/layout/HalfCircleOrganizationChart" loCatId="hierarchy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CB0B799-BFB5-4D6B-BA60-2B2F28576943}">
      <dgm:prSet phldrT="[Texte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Methylation Analysis</a:t>
          </a:r>
        </a:p>
      </dgm:t>
    </dgm:pt>
    <dgm:pt modelId="{0CD247DF-6D8E-47CB-A981-C81CA9B449F7}" type="parTrans" cxnId="{1EA59A3E-E40F-42CE-90B0-ABBD811E7EA2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4BD661-1C0D-4C22-8B3B-CF24121F4845}" type="sibTrans" cxnId="{1EA59A3E-E40F-42CE-90B0-ABBD811E7EA2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6856309-1803-48A3-AA3F-B8D779135CA1}">
      <dgm:prSet phldrT="[Texte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Whole genome </a:t>
          </a:r>
        </a:p>
      </dgm:t>
    </dgm:pt>
    <dgm:pt modelId="{9A3C059A-451A-44F9-9460-1B652EC5A4D7}" type="parTrans" cxnId="{70902D03-9726-41DA-B53E-70CC26D90D0C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AC975FF-AE3E-4C15-8242-DF4EB6005B56}" type="sibTrans" cxnId="{70902D03-9726-41DA-B53E-70CC26D90D0C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EAF8A9D-F41F-4B62-AAF6-604ADCA6A38A}">
      <dgm:prSet phldrT="[Texte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Profiling </a:t>
          </a:r>
        </a:p>
      </dgm:t>
    </dgm:pt>
    <dgm:pt modelId="{39736840-0292-4D4A-8526-AB8C3A43CA0C}" type="parTrans" cxnId="{1483DEEE-02DD-47BC-8051-1BBA737D00F1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F61A699-4703-4DDF-9342-931466161E12}" type="sibTrans" cxnId="{1483DEEE-02DD-47BC-8051-1BBA737D00F1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1C3464-A51E-4B62-8CFC-945779B019C6}">
      <dgm:prSet phldrT="[Texte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Predictive Model</a:t>
          </a:r>
        </a:p>
      </dgm:t>
    </dgm:pt>
    <dgm:pt modelId="{8D022D27-83D6-425F-BC0E-4C5AC3D271F7}" type="parTrans" cxnId="{F52B31F2-AFB5-465E-BD28-07C63A58D119}">
      <dgm:prSet/>
      <dgm:spPr/>
      <dgm:t>
        <a:bodyPr/>
        <a:lstStyle/>
        <a:p>
          <a:endParaRPr lang="en-US" sz="1800"/>
        </a:p>
      </dgm:t>
    </dgm:pt>
    <dgm:pt modelId="{0ABF4989-3885-437D-9343-424A756999EF}" type="sibTrans" cxnId="{F52B31F2-AFB5-465E-BD28-07C63A58D119}">
      <dgm:prSet/>
      <dgm:spPr/>
      <dgm:t>
        <a:bodyPr/>
        <a:lstStyle/>
        <a:p>
          <a:endParaRPr lang="en-US" sz="1800"/>
        </a:p>
      </dgm:t>
    </dgm:pt>
    <dgm:pt modelId="{C83D6796-35F4-4DBD-931E-411E4004758B}">
      <dgm:prSet phldrT="[Texte]" custT="1"/>
      <dgm:spPr/>
      <dgm:t>
        <a:bodyPr/>
        <a:lstStyle/>
        <a:p>
          <a:r>
            <a:rPr lang="de-DE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SMRT </a:t>
          </a:r>
          <a:r>
            <a:rPr lang="de-DE" sz="1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Sequencing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003866-0584-4C42-8AAF-79E0A66C7B27}" type="parTrans" cxnId="{FCBA8C84-BDC6-4D7F-951B-4C83546BDB4B}">
      <dgm:prSet/>
      <dgm:spPr/>
      <dgm:t>
        <a:bodyPr/>
        <a:lstStyle/>
        <a:p>
          <a:endParaRPr lang="en-US"/>
        </a:p>
      </dgm:t>
    </dgm:pt>
    <dgm:pt modelId="{4E3029C8-120F-44AE-A3FC-A7D1A0CAB9E9}" type="sibTrans" cxnId="{FCBA8C84-BDC6-4D7F-951B-4C83546BDB4B}">
      <dgm:prSet/>
      <dgm:spPr/>
      <dgm:t>
        <a:bodyPr/>
        <a:lstStyle/>
        <a:p>
          <a:endParaRPr lang="en-US"/>
        </a:p>
      </dgm:t>
    </dgm:pt>
    <dgm:pt modelId="{3A236617-E729-47FE-B61A-F94EE1AFB9FE}" type="pres">
      <dgm:prSet presAssocID="{3F39B59C-9062-43BA-A02E-E133BCBA84C3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8CCC353-CFC8-4BAD-9EF4-43FB4BA1AA8B}" type="pres">
      <dgm:prSet presAssocID="{DCB0B799-BFB5-4D6B-BA60-2B2F28576943}" presName="hierRoot1" presStyleCnt="0">
        <dgm:presLayoutVars>
          <dgm:hierBranch val="init"/>
        </dgm:presLayoutVars>
      </dgm:prSet>
      <dgm:spPr/>
    </dgm:pt>
    <dgm:pt modelId="{05732483-230F-40A2-B7AE-CDE6BE7A56E5}" type="pres">
      <dgm:prSet presAssocID="{DCB0B799-BFB5-4D6B-BA60-2B2F28576943}" presName="rootComposite1" presStyleCnt="0"/>
      <dgm:spPr/>
    </dgm:pt>
    <dgm:pt modelId="{B2057D43-5FF8-4C5F-A68C-E6F86BBFC30E}" type="pres">
      <dgm:prSet presAssocID="{DCB0B799-BFB5-4D6B-BA60-2B2F28576943}" presName="rootText1" presStyleLbl="alignAcc1" presStyleIdx="0" presStyleCnt="0">
        <dgm:presLayoutVars>
          <dgm:chPref val="3"/>
        </dgm:presLayoutVars>
      </dgm:prSet>
      <dgm:spPr/>
    </dgm:pt>
    <dgm:pt modelId="{1DD122C7-3A71-417A-9C4D-5B0CCCD4C370}" type="pres">
      <dgm:prSet presAssocID="{DCB0B799-BFB5-4D6B-BA60-2B2F28576943}" presName="topArc1" presStyleLbl="parChTrans1D1" presStyleIdx="0" presStyleCnt="10"/>
      <dgm:spPr/>
    </dgm:pt>
    <dgm:pt modelId="{AF10D3E6-6604-4B95-962B-59292B2CB786}" type="pres">
      <dgm:prSet presAssocID="{DCB0B799-BFB5-4D6B-BA60-2B2F28576943}" presName="bottomArc1" presStyleLbl="parChTrans1D1" presStyleIdx="1" presStyleCnt="10"/>
      <dgm:spPr/>
    </dgm:pt>
    <dgm:pt modelId="{52E6F2DE-EB5F-46EC-B7D7-E6C6CF3880B3}" type="pres">
      <dgm:prSet presAssocID="{DCB0B799-BFB5-4D6B-BA60-2B2F28576943}" presName="topConnNode1" presStyleLbl="node1" presStyleIdx="0" presStyleCnt="0"/>
      <dgm:spPr/>
    </dgm:pt>
    <dgm:pt modelId="{C86F12A0-9288-48C8-95A3-B22438C7FD38}" type="pres">
      <dgm:prSet presAssocID="{DCB0B799-BFB5-4D6B-BA60-2B2F28576943}" presName="hierChild2" presStyleCnt="0"/>
      <dgm:spPr/>
    </dgm:pt>
    <dgm:pt modelId="{9D76DB5F-C815-45F4-9EAB-6CA0C0898F18}" type="pres">
      <dgm:prSet presAssocID="{9A3C059A-451A-44F9-9460-1B652EC5A4D7}" presName="Name28" presStyleLbl="parChTrans1D2" presStyleIdx="0" presStyleCnt="2"/>
      <dgm:spPr/>
    </dgm:pt>
    <dgm:pt modelId="{5E6DA482-3240-4271-AB11-BFDB99BCC402}" type="pres">
      <dgm:prSet presAssocID="{A6856309-1803-48A3-AA3F-B8D779135CA1}" presName="hierRoot2" presStyleCnt="0">
        <dgm:presLayoutVars>
          <dgm:hierBranch val="init"/>
        </dgm:presLayoutVars>
      </dgm:prSet>
      <dgm:spPr/>
    </dgm:pt>
    <dgm:pt modelId="{85EFAF29-7A19-4BE8-90F6-DECBBB094D14}" type="pres">
      <dgm:prSet presAssocID="{A6856309-1803-48A3-AA3F-B8D779135CA1}" presName="rootComposite2" presStyleCnt="0"/>
      <dgm:spPr/>
    </dgm:pt>
    <dgm:pt modelId="{50398E50-8386-4B7C-9FA8-AD44807A7A01}" type="pres">
      <dgm:prSet presAssocID="{A6856309-1803-48A3-AA3F-B8D779135CA1}" presName="rootText2" presStyleLbl="alignAcc1" presStyleIdx="0" presStyleCnt="0" custLinFactNeighborX="-20639">
        <dgm:presLayoutVars>
          <dgm:chPref val="3"/>
        </dgm:presLayoutVars>
      </dgm:prSet>
      <dgm:spPr/>
    </dgm:pt>
    <dgm:pt modelId="{0D7623D0-36A0-4F26-A081-D30D3DB3FB13}" type="pres">
      <dgm:prSet presAssocID="{A6856309-1803-48A3-AA3F-B8D779135CA1}" presName="topArc2" presStyleLbl="parChTrans1D1" presStyleIdx="2" presStyleCnt="10"/>
      <dgm:spPr/>
    </dgm:pt>
    <dgm:pt modelId="{6B2F2E3E-7CC3-4B51-AA21-E7481E5CF4D2}" type="pres">
      <dgm:prSet presAssocID="{A6856309-1803-48A3-AA3F-B8D779135CA1}" presName="bottomArc2" presStyleLbl="parChTrans1D1" presStyleIdx="3" presStyleCnt="10"/>
      <dgm:spPr/>
    </dgm:pt>
    <dgm:pt modelId="{C19FB4D1-5598-4012-887F-6EF1DB2FF6E6}" type="pres">
      <dgm:prSet presAssocID="{A6856309-1803-48A3-AA3F-B8D779135CA1}" presName="topConnNode2" presStyleLbl="node2" presStyleIdx="0" presStyleCnt="0"/>
      <dgm:spPr/>
    </dgm:pt>
    <dgm:pt modelId="{DE2E6A9F-AEA3-4AA4-B467-73287832B015}" type="pres">
      <dgm:prSet presAssocID="{A6856309-1803-48A3-AA3F-B8D779135CA1}" presName="hierChild4" presStyleCnt="0"/>
      <dgm:spPr/>
    </dgm:pt>
    <dgm:pt modelId="{D3317455-3EF4-4216-87DC-380FB11B4E16}" type="pres">
      <dgm:prSet presAssocID="{8D022D27-83D6-425F-BC0E-4C5AC3D271F7}" presName="Name28" presStyleLbl="parChTrans1D3" presStyleIdx="0" presStyleCnt="2"/>
      <dgm:spPr/>
    </dgm:pt>
    <dgm:pt modelId="{ED70476A-9D17-4DC9-9EC3-5B8943B4C697}" type="pres">
      <dgm:prSet presAssocID="{EA1C3464-A51E-4B62-8CFC-945779B019C6}" presName="hierRoot2" presStyleCnt="0">
        <dgm:presLayoutVars>
          <dgm:hierBranch val="init"/>
        </dgm:presLayoutVars>
      </dgm:prSet>
      <dgm:spPr/>
    </dgm:pt>
    <dgm:pt modelId="{95CA5030-5D7D-42B6-ACB4-5F8AE12B9A3D}" type="pres">
      <dgm:prSet presAssocID="{EA1C3464-A51E-4B62-8CFC-945779B019C6}" presName="rootComposite2" presStyleCnt="0"/>
      <dgm:spPr/>
    </dgm:pt>
    <dgm:pt modelId="{47809F2F-C6A0-4FE5-BF57-F642C5E10C7B}" type="pres">
      <dgm:prSet presAssocID="{EA1C3464-A51E-4B62-8CFC-945779B019C6}" presName="rootText2" presStyleLbl="alignAcc1" presStyleIdx="0" presStyleCnt="0" custLinFactX="-50882" custLinFactNeighborX="-100000" custLinFactNeighborY="8568">
        <dgm:presLayoutVars>
          <dgm:chPref val="3"/>
        </dgm:presLayoutVars>
      </dgm:prSet>
      <dgm:spPr/>
    </dgm:pt>
    <dgm:pt modelId="{298CC250-56A8-44AC-9BDD-5691B0C84825}" type="pres">
      <dgm:prSet presAssocID="{EA1C3464-A51E-4B62-8CFC-945779B019C6}" presName="topArc2" presStyleLbl="parChTrans1D1" presStyleIdx="4" presStyleCnt="10"/>
      <dgm:spPr/>
    </dgm:pt>
    <dgm:pt modelId="{5498B04F-A43D-4B7F-9BC8-D347CDA58480}" type="pres">
      <dgm:prSet presAssocID="{EA1C3464-A51E-4B62-8CFC-945779B019C6}" presName="bottomArc2" presStyleLbl="parChTrans1D1" presStyleIdx="5" presStyleCnt="10"/>
      <dgm:spPr/>
    </dgm:pt>
    <dgm:pt modelId="{09F40F1B-C5E6-4322-B191-431FD2F050CA}" type="pres">
      <dgm:prSet presAssocID="{EA1C3464-A51E-4B62-8CFC-945779B019C6}" presName="topConnNode2" presStyleLbl="node3" presStyleIdx="0" presStyleCnt="0"/>
      <dgm:spPr/>
    </dgm:pt>
    <dgm:pt modelId="{E2DEFB69-7306-4F63-A238-A6BAE7B4F2A8}" type="pres">
      <dgm:prSet presAssocID="{EA1C3464-A51E-4B62-8CFC-945779B019C6}" presName="hierChild4" presStyleCnt="0"/>
      <dgm:spPr/>
    </dgm:pt>
    <dgm:pt modelId="{D9CCF82B-E6AD-4D08-B0DD-3287F9FEF80D}" type="pres">
      <dgm:prSet presAssocID="{EA1C3464-A51E-4B62-8CFC-945779B019C6}" presName="hierChild5" presStyleCnt="0"/>
      <dgm:spPr/>
    </dgm:pt>
    <dgm:pt modelId="{A21E223C-2B86-4598-A709-45E9F4C4734D}" type="pres">
      <dgm:prSet presAssocID="{A6856309-1803-48A3-AA3F-B8D779135CA1}" presName="hierChild5" presStyleCnt="0"/>
      <dgm:spPr/>
    </dgm:pt>
    <dgm:pt modelId="{32487D9F-EE4D-4D57-9B40-7D4FDE8D23E1}" type="pres">
      <dgm:prSet presAssocID="{39736840-0292-4D4A-8526-AB8C3A43CA0C}" presName="Name28" presStyleLbl="parChTrans1D2" presStyleIdx="1" presStyleCnt="2"/>
      <dgm:spPr/>
    </dgm:pt>
    <dgm:pt modelId="{5A11E3EA-25C1-4A66-B174-A3CED689E502}" type="pres">
      <dgm:prSet presAssocID="{7EAF8A9D-F41F-4B62-AAF6-604ADCA6A38A}" presName="hierRoot2" presStyleCnt="0">
        <dgm:presLayoutVars>
          <dgm:hierBranch val="init"/>
        </dgm:presLayoutVars>
      </dgm:prSet>
      <dgm:spPr/>
    </dgm:pt>
    <dgm:pt modelId="{5AE6E5E0-16DF-428B-9430-CD7056420E06}" type="pres">
      <dgm:prSet presAssocID="{7EAF8A9D-F41F-4B62-AAF6-604ADCA6A38A}" presName="rootComposite2" presStyleCnt="0"/>
      <dgm:spPr/>
    </dgm:pt>
    <dgm:pt modelId="{BFB20DEC-DC37-4C0E-9BD3-7F7734753367}" type="pres">
      <dgm:prSet presAssocID="{7EAF8A9D-F41F-4B62-AAF6-604ADCA6A38A}" presName="rootText2" presStyleLbl="alignAcc1" presStyleIdx="0" presStyleCnt="0" custLinFactNeighborX="17822" custLinFactNeighborY="0">
        <dgm:presLayoutVars>
          <dgm:chPref val="3"/>
        </dgm:presLayoutVars>
      </dgm:prSet>
      <dgm:spPr/>
    </dgm:pt>
    <dgm:pt modelId="{39ECCAC0-37BC-4B78-959C-7F640B73CCF0}" type="pres">
      <dgm:prSet presAssocID="{7EAF8A9D-F41F-4B62-AAF6-604ADCA6A38A}" presName="topArc2" presStyleLbl="parChTrans1D1" presStyleIdx="6" presStyleCnt="10"/>
      <dgm:spPr/>
    </dgm:pt>
    <dgm:pt modelId="{3C9EEA28-BFC4-42A4-B141-604851841D3A}" type="pres">
      <dgm:prSet presAssocID="{7EAF8A9D-F41F-4B62-AAF6-604ADCA6A38A}" presName="bottomArc2" presStyleLbl="parChTrans1D1" presStyleIdx="7" presStyleCnt="10"/>
      <dgm:spPr/>
    </dgm:pt>
    <dgm:pt modelId="{E21ED026-1444-4E13-B0DF-DCFF81A10E31}" type="pres">
      <dgm:prSet presAssocID="{7EAF8A9D-F41F-4B62-AAF6-604ADCA6A38A}" presName="topConnNode2" presStyleLbl="node2" presStyleIdx="0" presStyleCnt="0"/>
      <dgm:spPr/>
    </dgm:pt>
    <dgm:pt modelId="{86E1EDCC-7ED5-4FEC-96B5-4E63CA114505}" type="pres">
      <dgm:prSet presAssocID="{7EAF8A9D-F41F-4B62-AAF6-604ADCA6A38A}" presName="hierChild4" presStyleCnt="0"/>
      <dgm:spPr/>
    </dgm:pt>
    <dgm:pt modelId="{E783276B-72B1-410F-A4E4-08A52206C712}" type="pres">
      <dgm:prSet presAssocID="{AB003866-0584-4C42-8AAF-79E0A66C7B27}" presName="Name28" presStyleLbl="parChTrans1D3" presStyleIdx="1" presStyleCnt="2"/>
      <dgm:spPr/>
    </dgm:pt>
    <dgm:pt modelId="{16BF0E1B-73B3-4F59-A476-CE6F02C82BF5}" type="pres">
      <dgm:prSet presAssocID="{C83D6796-35F4-4DBD-931E-411E4004758B}" presName="hierRoot2" presStyleCnt="0">
        <dgm:presLayoutVars>
          <dgm:hierBranch val="init"/>
        </dgm:presLayoutVars>
      </dgm:prSet>
      <dgm:spPr/>
    </dgm:pt>
    <dgm:pt modelId="{25D24B58-CA56-404D-B61C-2AA7E9A9F274}" type="pres">
      <dgm:prSet presAssocID="{C83D6796-35F4-4DBD-931E-411E4004758B}" presName="rootComposite2" presStyleCnt="0"/>
      <dgm:spPr/>
    </dgm:pt>
    <dgm:pt modelId="{EECDCF52-E6F4-4C1C-8FF4-37BF4063469D}" type="pres">
      <dgm:prSet presAssocID="{C83D6796-35F4-4DBD-931E-411E4004758B}" presName="rootText2" presStyleLbl="alignAcc1" presStyleIdx="0" presStyleCnt="0" custLinFactNeighborX="10282" custLinFactNeighborY="7712">
        <dgm:presLayoutVars>
          <dgm:chPref val="3"/>
        </dgm:presLayoutVars>
      </dgm:prSet>
      <dgm:spPr/>
    </dgm:pt>
    <dgm:pt modelId="{49AAB08E-EDC4-4BEF-B64B-25272BF0719F}" type="pres">
      <dgm:prSet presAssocID="{C83D6796-35F4-4DBD-931E-411E4004758B}" presName="topArc2" presStyleLbl="parChTrans1D1" presStyleIdx="8" presStyleCnt="10"/>
      <dgm:spPr/>
    </dgm:pt>
    <dgm:pt modelId="{776E57D9-8CA7-4A85-BDD0-52A1597B04EB}" type="pres">
      <dgm:prSet presAssocID="{C83D6796-35F4-4DBD-931E-411E4004758B}" presName="bottomArc2" presStyleLbl="parChTrans1D1" presStyleIdx="9" presStyleCnt="10"/>
      <dgm:spPr/>
    </dgm:pt>
    <dgm:pt modelId="{0195D0E6-595B-404E-9B78-ED5D3571024C}" type="pres">
      <dgm:prSet presAssocID="{C83D6796-35F4-4DBD-931E-411E4004758B}" presName="topConnNode2" presStyleLbl="node3" presStyleIdx="0" presStyleCnt="0"/>
      <dgm:spPr/>
    </dgm:pt>
    <dgm:pt modelId="{5280DA94-8369-4610-B1F6-2C69E83733D8}" type="pres">
      <dgm:prSet presAssocID="{C83D6796-35F4-4DBD-931E-411E4004758B}" presName="hierChild4" presStyleCnt="0"/>
      <dgm:spPr/>
    </dgm:pt>
    <dgm:pt modelId="{26AAB12E-F19C-4F6A-85F2-B0AFDE55AEFE}" type="pres">
      <dgm:prSet presAssocID="{C83D6796-35F4-4DBD-931E-411E4004758B}" presName="hierChild5" presStyleCnt="0"/>
      <dgm:spPr/>
    </dgm:pt>
    <dgm:pt modelId="{117F8A4F-C990-4B9E-93D2-CEFFE1EFA96B}" type="pres">
      <dgm:prSet presAssocID="{7EAF8A9D-F41F-4B62-AAF6-604ADCA6A38A}" presName="hierChild5" presStyleCnt="0"/>
      <dgm:spPr/>
    </dgm:pt>
    <dgm:pt modelId="{229967F0-1170-4D3B-B5C6-4FB45F4A2338}" type="pres">
      <dgm:prSet presAssocID="{DCB0B799-BFB5-4D6B-BA60-2B2F28576943}" presName="hierChild3" presStyleCnt="0"/>
      <dgm:spPr/>
    </dgm:pt>
  </dgm:ptLst>
  <dgm:cxnLst>
    <dgm:cxn modelId="{70902D03-9726-41DA-B53E-70CC26D90D0C}" srcId="{DCB0B799-BFB5-4D6B-BA60-2B2F28576943}" destId="{A6856309-1803-48A3-AA3F-B8D779135CA1}" srcOrd="0" destOrd="0" parTransId="{9A3C059A-451A-44F9-9460-1B652EC5A4D7}" sibTransId="{6AC975FF-AE3E-4C15-8242-DF4EB6005B56}"/>
    <dgm:cxn modelId="{1CAA4303-B9BE-4C20-8365-96FF64D749B4}" type="presOf" srcId="{7EAF8A9D-F41F-4B62-AAF6-604ADCA6A38A}" destId="{BFB20DEC-DC37-4C0E-9BD3-7F7734753367}" srcOrd="0" destOrd="0" presId="urn:microsoft.com/office/officeart/2008/layout/HalfCircleOrganizationChart"/>
    <dgm:cxn modelId="{89B9D508-8569-4FDD-A188-822889FD553E}" type="presOf" srcId="{DCB0B799-BFB5-4D6B-BA60-2B2F28576943}" destId="{52E6F2DE-EB5F-46EC-B7D7-E6C6CF3880B3}" srcOrd="1" destOrd="0" presId="urn:microsoft.com/office/officeart/2008/layout/HalfCircleOrganizationChart"/>
    <dgm:cxn modelId="{BC6DC834-244A-48CA-8C35-1170E11E4358}" type="presOf" srcId="{3F39B59C-9062-43BA-A02E-E133BCBA84C3}" destId="{3A236617-E729-47FE-B61A-F94EE1AFB9FE}" srcOrd="0" destOrd="0" presId="urn:microsoft.com/office/officeart/2008/layout/HalfCircleOrganizationChart"/>
    <dgm:cxn modelId="{1EA59A3E-E40F-42CE-90B0-ABBD811E7EA2}" srcId="{3F39B59C-9062-43BA-A02E-E133BCBA84C3}" destId="{DCB0B799-BFB5-4D6B-BA60-2B2F28576943}" srcOrd="0" destOrd="0" parTransId="{0CD247DF-6D8E-47CB-A981-C81CA9B449F7}" sibTransId="{1F4BD661-1C0D-4C22-8B3B-CF24121F4845}"/>
    <dgm:cxn modelId="{31D0705C-F6B7-4994-8D4D-66250F3E888E}" type="presOf" srcId="{9A3C059A-451A-44F9-9460-1B652EC5A4D7}" destId="{9D76DB5F-C815-45F4-9EAB-6CA0C0898F18}" srcOrd="0" destOrd="0" presId="urn:microsoft.com/office/officeart/2008/layout/HalfCircleOrganizationChart"/>
    <dgm:cxn modelId="{1B6EBA41-D9B3-4EC6-894D-59E16B20982C}" type="presOf" srcId="{7EAF8A9D-F41F-4B62-AAF6-604ADCA6A38A}" destId="{E21ED026-1444-4E13-B0DF-DCFF81A10E31}" srcOrd="1" destOrd="0" presId="urn:microsoft.com/office/officeart/2008/layout/HalfCircleOrganizationChart"/>
    <dgm:cxn modelId="{D0086A45-67DC-476C-A15F-C531A7919682}" type="presOf" srcId="{39736840-0292-4D4A-8526-AB8C3A43CA0C}" destId="{32487D9F-EE4D-4D57-9B40-7D4FDE8D23E1}" srcOrd="0" destOrd="0" presId="urn:microsoft.com/office/officeart/2008/layout/HalfCircleOrganizationChart"/>
    <dgm:cxn modelId="{8655FA4D-EB30-4C29-85A0-F10805F37155}" type="presOf" srcId="{C83D6796-35F4-4DBD-931E-411E4004758B}" destId="{0195D0E6-595B-404E-9B78-ED5D3571024C}" srcOrd="1" destOrd="0" presId="urn:microsoft.com/office/officeart/2008/layout/HalfCircleOrganizationChart"/>
    <dgm:cxn modelId="{3C505272-4373-46C3-99BA-AA92F2D7E86F}" type="presOf" srcId="{C83D6796-35F4-4DBD-931E-411E4004758B}" destId="{EECDCF52-E6F4-4C1C-8FF4-37BF4063469D}" srcOrd="0" destOrd="0" presId="urn:microsoft.com/office/officeart/2008/layout/HalfCircleOrganizationChart"/>
    <dgm:cxn modelId="{01660454-5F70-46A1-AC1C-37923E2DF611}" type="presOf" srcId="{EA1C3464-A51E-4B62-8CFC-945779B019C6}" destId="{47809F2F-C6A0-4FE5-BF57-F642C5E10C7B}" srcOrd="0" destOrd="0" presId="urn:microsoft.com/office/officeart/2008/layout/HalfCircleOrganizationChart"/>
    <dgm:cxn modelId="{FCBA8C84-BDC6-4D7F-951B-4C83546BDB4B}" srcId="{7EAF8A9D-F41F-4B62-AAF6-604ADCA6A38A}" destId="{C83D6796-35F4-4DBD-931E-411E4004758B}" srcOrd="0" destOrd="0" parTransId="{AB003866-0584-4C42-8AAF-79E0A66C7B27}" sibTransId="{4E3029C8-120F-44AE-A3FC-A7D1A0CAB9E9}"/>
    <dgm:cxn modelId="{90DDE5A7-B639-44FB-83F7-0B4BC4CCE181}" type="presOf" srcId="{8D022D27-83D6-425F-BC0E-4C5AC3D271F7}" destId="{D3317455-3EF4-4216-87DC-380FB11B4E16}" srcOrd="0" destOrd="0" presId="urn:microsoft.com/office/officeart/2008/layout/HalfCircleOrganizationChart"/>
    <dgm:cxn modelId="{CB4998AF-F8AD-4F59-B616-9CFDFDA0C1D9}" type="presOf" srcId="{AB003866-0584-4C42-8AAF-79E0A66C7B27}" destId="{E783276B-72B1-410F-A4E4-08A52206C712}" srcOrd="0" destOrd="0" presId="urn:microsoft.com/office/officeart/2008/layout/HalfCircleOrganizationChart"/>
    <dgm:cxn modelId="{A46C92B2-6907-4053-9836-1FAF4E2853A8}" type="presOf" srcId="{EA1C3464-A51E-4B62-8CFC-945779B019C6}" destId="{09F40F1B-C5E6-4322-B191-431FD2F050CA}" srcOrd="1" destOrd="0" presId="urn:microsoft.com/office/officeart/2008/layout/HalfCircleOrganizationChart"/>
    <dgm:cxn modelId="{CE1B4DBD-0E59-461C-BF48-03E09CAD45E3}" type="presOf" srcId="{A6856309-1803-48A3-AA3F-B8D779135CA1}" destId="{C19FB4D1-5598-4012-887F-6EF1DB2FF6E6}" srcOrd="1" destOrd="0" presId="urn:microsoft.com/office/officeart/2008/layout/HalfCircleOrganizationChart"/>
    <dgm:cxn modelId="{36DFBEEE-4CE5-4BA3-9D34-091FF19AD2A0}" type="presOf" srcId="{DCB0B799-BFB5-4D6B-BA60-2B2F28576943}" destId="{B2057D43-5FF8-4C5F-A68C-E6F86BBFC30E}" srcOrd="0" destOrd="0" presId="urn:microsoft.com/office/officeart/2008/layout/HalfCircleOrganizationChart"/>
    <dgm:cxn modelId="{1483DEEE-02DD-47BC-8051-1BBA737D00F1}" srcId="{DCB0B799-BFB5-4D6B-BA60-2B2F28576943}" destId="{7EAF8A9D-F41F-4B62-AAF6-604ADCA6A38A}" srcOrd="1" destOrd="0" parTransId="{39736840-0292-4D4A-8526-AB8C3A43CA0C}" sibTransId="{2F61A699-4703-4DDF-9342-931466161E12}"/>
    <dgm:cxn modelId="{F52B31F2-AFB5-465E-BD28-07C63A58D119}" srcId="{A6856309-1803-48A3-AA3F-B8D779135CA1}" destId="{EA1C3464-A51E-4B62-8CFC-945779B019C6}" srcOrd="0" destOrd="0" parTransId="{8D022D27-83D6-425F-BC0E-4C5AC3D271F7}" sibTransId="{0ABF4989-3885-437D-9343-424A756999EF}"/>
    <dgm:cxn modelId="{85623FF9-EC30-4C82-8725-D28B851E47C6}" type="presOf" srcId="{A6856309-1803-48A3-AA3F-B8D779135CA1}" destId="{50398E50-8386-4B7C-9FA8-AD44807A7A01}" srcOrd="0" destOrd="0" presId="urn:microsoft.com/office/officeart/2008/layout/HalfCircleOrganizationChart"/>
    <dgm:cxn modelId="{FFE6F397-77F1-4A62-BFF6-70BB932A889E}" type="presParOf" srcId="{3A236617-E729-47FE-B61A-F94EE1AFB9FE}" destId="{68CCC353-CFC8-4BAD-9EF4-43FB4BA1AA8B}" srcOrd="0" destOrd="0" presId="urn:microsoft.com/office/officeart/2008/layout/HalfCircleOrganizationChart"/>
    <dgm:cxn modelId="{83F48242-E835-4822-A1FB-D146C6D2C4BF}" type="presParOf" srcId="{68CCC353-CFC8-4BAD-9EF4-43FB4BA1AA8B}" destId="{05732483-230F-40A2-B7AE-CDE6BE7A56E5}" srcOrd="0" destOrd="0" presId="urn:microsoft.com/office/officeart/2008/layout/HalfCircleOrganizationChart"/>
    <dgm:cxn modelId="{B924FC92-5251-4675-931E-5E2C50D8D815}" type="presParOf" srcId="{05732483-230F-40A2-B7AE-CDE6BE7A56E5}" destId="{B2057D43-5FF8-4C5F-A68C-E6F86BBFC30E}" srcOrd="0" destOrd="0" presId="urn:microsoft.com/office/officeart/2008/layout/HalfCircleOrganizationChart"/>
    <dgm:cxn modelId="{6A6936C6-5B49-491A-AA43-BC2FB9095526}" type="presParOf" srcId="{05732483-230F-40A2-B7AE-CDE6BE7A56E5}" destId="{1DD122C7-3A71-417A-9C4D-5B0CCCD4C370}" srcOrd="1" destOrd="0" presId="urn:microsoft.com/office/officeart/2008/layout/HalfCircleOrganizationChart"/>
    <dgm:cxn modelId="{9FE57158-F4E1-4A40-B3CE-2C1919971CEB}" type="presParOf" srcId="{05732483-230F-40A2-B7AE-CDE6BE7A56E5}" destId="{AF10D3E6-6604-4B95-962B-59292B2CB786}" srcOrd="2" destOrd="0" presId="urn:microsoft.com/office/officeart/2008/layout/HalfCircleOrganizationChart"/>
    <dgm:cxn modelId="{D5A3106A-4B09-4527-AD4D-4FF42FAAA7E6}" type="presParOf" srcId="{05732483-230F-40A2-B7AE-CDE6BE7A56E5}" destId="{52E6F2DE-EB5F-46EC-B7D7-E6C6CF3880B3}" srcOrd="3" destOrd="0" presId="urn:microsoft.com/office/officeart/2008/layout/HalfCircleOrganizationChart"/>
    <dgm:cxn modelId="{F9EE1196-963F-4A05-8A25-18738BA44C6E}" type="presParOf" srcId="{68CCC353-CFC8-4BAD-9EF4-43FB4BA1AA8B}" destId="{C86F12A0-9288-48C8-95A3-B22438C7FD38}" srcOrd="1" destOrd="0" presId="urn:microsoft.com/office/officeart/2008/layout/HalfCircleOrganizationChart"/>
    <dgm:cxn modelId="{75EA8094-84A2-4F7A-95D9-A5ED36465105}" type="presParOf" srcId="{C86F12A0-9288-48C8-95A3-B22438C7FD38}" destId="{9D76DB5F-C815-45F4-9EAB-6CA0C0898F18}" srcOrd="0" destOrd="0" presId="urn:microsoft.com/office/officeart/2008/layout/HalfCircleOrganizationChart"/>
    <dgm:cxn modelId="{7E63751D-E03E-493A-88F6-E8CB54FADE64}" type="presParOf" srcId="{C86F12A0-9288-48C8-95A3-B22438C7FD38}" destId="{5E6DA482-3240-4271-AB11-BFDB99BCC402}" srcOrd="1" destOrd="0" presId="urn:microsoft.com/office/officeart/2008/layout/HalfCircleOrganizationChart"/>
    <dgm:cxn modelId="{CAE57684-EC21-4B69-91BE-21BC8E112D2F}" type="presParOf" srcId="{5E6DA482-3240-4271-AB11-BFDB99BCC402}" destId="{85EFAF29-7A19-4BE8-90F6-DECBBB094D14}" srcOrd="0" destOrd="0" presId="urn:microsoft.com/office/officeart/2008/layout/HalfCircleOrganizationChart"/>
    <dgm:cxn modelId="{97697462-6414-420F-9233-FE910170B3C4}" type="presParOf" srcId="{85EFAF29-7A19-4BE8-90F6-DECBBB094D14}" destId="{50398E50-8386-4B7C-9FA8-AD44807A7A01}" srcOrd="0" destOrd="0" presId="urn:microsoft.com/office/officeart/2008/layout/HalfCircleOrganizationChart"/>
    <dgm:cxn modelId="{3DE6947D-C4FC-417A-BC9C-154D0D49F419}" type="presParOf" srcId="{85EFAF29-7A19-4BE8-90F6-DECBBB094D14}" destId="{0D7623D0-36A0-4F26-A081-D30D3DB3FB13}" srcOrd="1" destOrd="0" presId="urn:microsoft.com/office/officeart/2008/layout/HalfCircleOrganizationChart"/>
    <dgm:cxn modelId="{5D9D30AD-0EE0-493D-B548-EC8CD0199359}" type="presParOf" srcId="{85EFAF29-7A19-4BE8-90F6-DECBBB094D14}" destId="{6B2F2E3E-7CC3-4B51-AA21-E7481E5CF4D2}" srcOrd="2" destOrd="0" presId="urn:microsoft.com/office/officeart/2008/layout/HalfCircleOrganizationChart"/>
    <dgm:cxn modelId="{18CCC308-679C-4E7D-A177-58C62709ECB4}" type="presParOf" srcId="{85EFAF29-7A19-4BE8-90F6-DECBBB094D14}" destId="{C19FB4D1-5598-4012-887F-6EF1DB2FF6E6}" srcOrd="3" destOrd="0" presId="urn:microsoft.com/office/officeart/2008/layout/HalfCircleOrganizationChart"/>
    <dgm:cxn modelId="{096C4EB3-626D-4F02-B2AA-CA7B52765CD7}" type="presParOf" srcId="{5E6DA482-3240-4271-AB11-BFDB99BCC402}" destId="{DE2E6A9F-AEA3-4AA4-B467-73287832B015}" srcOrd="1" destOrd="0" presId="urn:microsoft.com/office/officeart/2008/layout/HalfCircleOrganizationChart"/>
    <dgm:cxn modelId="{1470BA20-3499-401F-9231-580387A17FC0}" type="presParOf" srcId="{DE2E6A9F-AEA3-4AA4-B467-73287832B015}" destId="{D3317455-3EF4-4216-87DC-380FB11B4E16}" srcOrd="0" destOrd="0" presId="urn:microsoft.com/office/officeart/2008/layout/HalfCircleOrganizationChart"/>
    <dgm:cxn modelId="{A2136554-4438-4DAD-AA6D-A8CC9721C667}" type="presParOf" srcId="{DE2E6A9F-AEA3-4AA4-B467-73287832B015}" destId="{ED70476A-9D17-4DC9-9EC3-5B8943B4C697}" srcOrd="1" destOrd="0" presId="urn:microsoft.com/office/officeart/2008/layout/HalfCircleOrganizationChart"/>
    <dgm:cxn modelId="{CC5DB987-6D94-4573-A2A1-A1BF871462D9}" type="presParOf" srcId="{ED70476A-9D17-4DC9-9EC3-5B8943B4C697}" destId="{95CA5030-5D7D-42B6-ACB4-5F8AE12B9A3D}" srcOrd="0" destOrd="0" presId="urn:microsoft.com/office/officeart/2008/layout/HalfCircleOrganizationChart"/>
    <dgm:cxn modelId="{8B9249A4-35E5-4D7B-A7F7-FC930C1ED13C}" type="presParOf" srcId="{95CA5030-5D7D-42B6-ACB4-5F8AE12B9A3D}" destId="{47809F2F-C6A0-4FE5-BF57-F642C5E10C7B}" srcOrd="0" destOrd="0" presId="urn:microsoft.com/office/officeart/2008/layout/HalfCircleOrganizationChart"/>
    <dgm:cxn modelId="{D339A507-7875-497E-A811-0A238B314A15}" type="presParOf" srcId="{95CA5030-5D7D-42B6-ACB4-5F8AE12B9A3D}" destId="{298CC250-56A8-44AC-9BDD-5691B0C84825}" srcOrd="1" destOrd="0" presId="urn:microsoft.com/office/officeart/2008/layout/HalfCircleOrganizationChart"/>
    <dgm:cxn modelId="{495B8693-A78B-4CB0-B03E-A9CBD59713A5}" type="presParOf" srcId="{95CA5030-5D7D-42B6-ACB4-5F8AE12B9A3D}" destId="{5498B04F-A43D-4B7F-9BC8-D347CDA58480}" srcOrd="2" destOrd="0" presId="urn:microsoft.com/office/officeart/2008/layout/HalfCircleOrganizationChart"/>
    <dgm:cxn modelId="{EBC25EB7-40DC-46FB-AFF0-DCC514C38E87}" type="presParOf" srcId="{95CA5030-5D7D-42B6-ACB4-5F8AE12B9A3D}" destId="{09F40F1B-C5E6-4322-B191-431FD2F050CA}" srcOrd="3" destOrd="0" presId="urn:microsoft.com/office/officeart/2008/layout/HalfCircleOrganizationChart"/>
    <dgm:cxn modelId="{5D55EA6B-1863-4217-849E-9F70A2072C2F}" type="presParOf" srcId="{ED70476A-9D17-4DC9-9EC3-5B8943B4C697}" destId="{E2DEFB69-7306-4F63-A238-A6BAE7B4F2A8}" srcOrd="1" destOrd="0" presId="urn:microsoft.com/office/officeart/2008/layout/HalfCircleOrganizationChart"/>
    <dgm:cxn modelId="{0D7CC43D-95DE-42D6-B093-8FDBCD727F01}" type="presParOf" srcId="{ED70476A-9D17-4DC9-9EC3-5B8943B4C697}" destId="{D9CCF82B-E6AD-4D08-B0DD-3287F9FEF80D}" srcOrd="2" destOrd="0" presId="urn:microsoft.com/office/officeart/2008/layout/HalfCircleOrganizationChart"/>
    <dgm:cxn modelId="{2EABC002-0DBD-41A4-B912-09A3DA840B6D}" type="presParOf" srcId="{5E6DA482-3240-4271-AB11-BFDB99BCC402}" destId="{A21E223C-2B86-4598-A709-45E9F4C4734D}" srcOrd="2" destOrd="0" presId="urn:microsoft.com/office/officeart/2008/layout/HalfCircleOrganizationChart"/>
    <dgm:cxn modelId="{F64242DA-4D77-4224-9E6F-42CF062CD20D}" type="presParOf" srcId="{C86F12A0-9288-48C8-95A3-B22438C7FD38}" destId="{32487D9F-EE4D-4D57-9B40-7D4FDE8D23E1}" srcOrd="2" destOrd="0" presId="urn:microsoft.com/office/officeart/2008/layout/HalfCircleOrganizationChart"/>
    <dgm:cxn modelId="{B9D2A876-F4E4-4C9E-99FF-1417503DC159}" type="presParOf" srcId="{C86F12A0-9288-48C8-95A3-B22438C7FD38}" destId="{5A11E3EA-25C1-4A66-B174-A3CED689E502}" srcOrd="3" destOrd="0" presId="urn:microsoft.com/office/officeart/2008/layout/HalfCircleOrganizationChart"/>
    <dgm:cxn modelId="{DD8560B0-49F5-41E6-BE91-B16252B74424}" type="presParOf" srcId="{5A11E3EA-25C1-4A66-B174-A3CED689E502}" destId="{5AE6E5E0-16DF-428B-9430-CD7056420E06}" srcOrd="0" destOrd="0" presId="urn:microsoft.com/office/officeart/2008/layout/HalfCircleOrganizationChart"/>
    <dgm:cxn modelId="{971C6F2D-462A-4DA3-8B1E-96AE55F255B5}" type="presParOf" srcId="{5AE6E5E0-16DF-428B-9430-CD7056420E06}" destId="{BFB20DEC-DC37-4C0E-9BD3-7F7734753367}" srcOrd="0" destOrd="0" presId="urn:microsoft.com/office/officeart/2008/layout/HalfCircleOrganizationChart"/>
    <dgm:cxn modelId="{D6A636DA-9E65-4F85-8326-BA58A1F127E6}" type="presParOf" srcId="{5AE6E5E0-16DF-428B-9430-CD7056420E06}" destId="{39ECCAC0-37BC-4B78-959C-7F640B73CCF0}" srcOrd="1" destOrd="0" presId="urn:microsoft.com/office/officeart/2008/layout/HalfCircleOrganizationChart"/>
    <dgm:cxn modelId="{5A39CE71-25DE-429E-85BA-4D4E82E861F6}" type="presParOf" srcId="{5AE6E5E0-16DF-428B-9430-CD7056420E06}" destId="{3C9EEA28-BFC4-42A4-B141-604851841D3A}" srcOrd="2" destOrd="0" presId="urn:microsoft.com/office/officeart/2008/layout/HalfCircleOrganizationChart"/>
    <dgm:cxn modelId="{6FD9974D-DED0-441B-96BF-E29ADBC2BA86}" type="presParOf" srcId="{5AE6E5E0-16DF-428B-9430-CD7056420E06}" destId="{E21ED026-1444-4E13-B0DF-DCFF81A10E31}" srcOrd="3" destOrd="0" presId="urn:microsoft.com/office/officeart/2008/layout/HalfCircleOrganizationChart"/>
    <dgm:cxn modelId="{18F23A02-0A40-487C-A76F-7108C14B3AB1}" type="presParOf" srcId="{5A11E3EA-25C1-4A66-B174-A3CED689E502}" destId="{86E1EDCC-7ED5-4FEC-96B5-4E63CA114505}" srcOrd="1" destOrd="0" presId="urn:microsoft.com/office/officeart/2008/layout/HalfCircleOrganizationChart"/>
    <dgm:cxn modelId="{5AA69D05-45E8-49D8-A33F-FE6D5685322A}" type="presParOf" srcId="{86E1EDCC-7ED5-4FEC-96B5-4E63CA114505}" destId="{E783276B-72B1-410F-A4E4-08A52206C712}" srcOrd="0" destOrd="0" presId="urn:microsoft.com/office/officeart/2008/layout/HalfCircleOrganizationChart"/>
    <dgm:cxn modelId="{F376AC66-CBA2-4A31-B366-AF05F2869270}" type="presParOf" srcId="{86E1EDCC-7ED5-4FEC-96B5-4E63CA114505}" destId="{16BF0E1B-73B3-4F59-A476-CE6F02C82BF5}" srcOrd="1" destOrd="0" presId="urn:microsoft.com/office/officeart/2008/layout/HalfCircleOrganizationChart"/>
    <dgm:cxn modelId="{535C5464-0463-4C2A-89E6-242AF3A2A173}" type="presParOf" srcId="{16BF0E1B-73B3-4F59-A476-CE6F02C82BF5}" destId="{25D24B58-CA56-404D-B61C-2AA7E9A9F274}" srcOrd="0" destOrd="0" presId="urn:microsoft.com/office/officeart/2008/layout/HalfCircleOrganizationChart"/>
    <dgm:cxn modelId="{33B210EC-1C54-4510-8B26-0BDE5A4B1941}" type="presParOf" srcId="{25D24B58-CA56-404D-B61C-2AA7E9A9F274}" destId="{EECDCF52-E6F4-4C1C-8FF4-37BF4063469D}" srcOrd="0" destOrd="0" presId="urn:microsoft.com/office/officeart/2008/layout/HalfCircleOrganizationChart"/>
    <dgm:cxn modelId="{757E6BB4-4355-4B95-A83A-A8834DAE2285}" type="presParOf" srcId="{25D24B58-CA56-404D-B61C-2AA7E9A9F274}" destId="{49AAB08E-EDC4-4BEF-B64B-25272BF0719F}" srcOrd="1" destOrd="0" presId="urn:microsoft.com/office/officeart/2008/layout/HalfCircleOrganizationChart"/>
    <dgm:cxn modelId="{1572114F-7A9A-403C-AC57-9505ACBF4648}" type="presParOf" srcId="{25D24B58-CA56-404D-B61C-2AA7E9A9F274}" destId="{776E57D9-8CA7-4A85-BDD0-52A1597B04EB}" srcOrd="2" destOrd="0" presId="urn:microsoft.com/office/officeart/2008/layout/HalfCircleOrganizationChart"/>
    <dgm:cxn modelId="{2BDF45A5-D8C9-4446-815D-818A7C151ABC}" type="presParOf" srcId="{25D24B58-CA56-404D-B61C-2AA7E9A9F274}" destId="{0195D0E6-595B-404E-9B78-ED5D3571024C}" srcOrd="3" destOrd="0" presId="urn:microsoft.com/office/officeart/2008/layout/HalfCircleOrganizationChart"/>
    <dgm:cxn modelId="{9E5252D4-798D-408A-8F7A-B9419087729A}" type="presParOf" srcId="{16BF0E1B-73B3-4F59-A476-CE6F02C82BF5}" destId="{5280DA94-8369-4610-B1F6-2C69E83733D8}" srcOrd="1" destOrd="0" presId="urn:microsoft.com/office/officeart/2008/layout/HalfCircleOrganizationChart"/>
    <dgm:cxn modelId="{503CCDD5-3378-4BEE-B654-E82B46C76567}" type="presParOf" srcId="{16BF0E1B-73B3-4F59-A476-CE6F02C82BF5}" destId="{26AAB12E-F19C-4F6A-85F2-B0AFDE55AEFE}" srcOrd="2" destOrd="0" presId="urn:microsoft.com/office/officeart/2008/layout/HalfCircleOrganizationChart"/>
    <dgm:cxn modelId="{4D81E230-1B0F-4D27-B41A-44B5A9AD0BC9}" type="presParOf" srcId="{5A11E3EA-25C1-4A66-B174-A3CED689E502}" destId="{117F8A4F-C990-4B9E-93D2-CEFFE1EFA96B}" srcOrd="2" destOrd="0" presId="urn:microsoft.com/office/officeart/2008/layout/HalfCircleOrganizationChart"/>
    <dgm:cxn modelId="{F533CF37-9EF4-48D8-A0E0-1F60BB272BDC}" type="presParOf" srcId="{68CCC353-CFC8-4BAD-9EF4-43FB4BA1AA8B}" destId="{229967F0-1170-4D3B-B5C6-4FB45F4A2338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83BA83-CDEE-4754-A82A-1BE1CE7388BE}">
      <dsp:nvSpPr>
        <dsp:cNvPr id="0" name=""/>
        <dsp:cNvSpPr/>
      </dsp:nvSpPr>
      <dsp:spPr>
        <a:xfrm>
          <a:off x="5520365" y="2269331"/>
          <a:ext cx="527621" cy="18911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1183"/>
              </a:lnTo>
              <a:lnTo>
                <a:pt x="527621" y="1891183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83276B-72B1-410F-A4E4-08A52206C712}">
      <dsp:nvSpPr>
        <dsp:cNvPr id="0" name=""/>
        <dsp:cNvSpPr/>
      </dsp:nvSpPr>
      <dsp:spPr>
        <a:xfrm>
          <a:off x="5520365" y="2269331"/>
          <a:ext cx="720147" cy="6079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7947"/>
              </a:lnTo>
              <a:lnTo>
                <a:pt x="720147" y="607947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487D9F-EE4D-4D57-9B40-7D4FDE8D23E1}">
      <dsp:nvSpPr>
        <dsp:cNvPr id="0" name=""/>
        <dsp:cNvSpPr/>
      </dsp:nvSpPr>
      <dsp:spPr>
        <a:xfrm>
          <a:off x="4053817" y="939885"/>
          <a:ext cx="1466547" cy="3932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6608"/>
              </a:lnTo>
              <a:lnTo>
                <a:pt x="1466547" y="196608"/>
              </a:lnTo>
              <a:lnTo>
                <a:pt x="1466547" y="39321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317455-3EF4-4216-87DC-380FB11B4E16}">
      <dsp:nvSpPr>
        <dsp:cNvPr id="0" name=""/>
        <dsp:cNvSpPr/>
      </dsp:nvSpPr>
      <dsp:spPr>
        <a:xfrm>
          <a:off x="1668641" y="2269331"/>
          <a:ext cx="865881" cy="613076"/>
        </a:xfrm>
        <a:custGeom>
          <a:avLst/>
          <a:gdLst/>
          <a:ahLst/>
          <a:cxnLst/>
          <a:rect l="0" t="0" r="0" b="0"/>
          <a:pathLst>
            <a:path>
              <a:moveTo>
                <a:pt x="865881" y="0"/>
              </a:moveTo>
              <a:lnTo>
                <a:pt x="865881" y="613076"/>
              </a:lnTo>
              <a:lnTo>
                <a:pt x="0" y="61307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76DB5F-C815-45F4-9EAB-6CA0C0898F18}">
      <dsp:nvSpPr>
        <dsp:cNvPr id="0" name=""/>
        <dsp:cNvSpPr/>
      </dsp:nvSpPr>
      <dsp:spPr>
        <a:xfrm>
          <a:off x="2534522" y="939885"/>
          <a:ext cx="1519294" cy="393216"/>
        </a:xfrm>
        <a:custGeom>
          <a:avLst/>
          <a:gdLst/>
          <a:ahLst/>
          <a:cxnLst/>
          <a:rect l="0" t="0" r="0" b="0"/>
          <a:pathLst>
            <a:path>
              <a:moveTo>
                <a:pt x="1519294" y="0"/>
              </a:moveTo>
              <a:lnTo>
                <a:pt x="1519294" y="196608"/>
              </a:lnTo>
              <a:lnTo>
                <a:pt x="0" y="196608"/>
              </a:lnTo>
              <a:lnTo>
                <a:pt x="0" y="39321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D122C7-3A71-417A-9C4D-5B0CCCD4C370}">
      <dsp:nvSpPr>
        <dsp:cNvPr id="0" name=""/>
        <dsp:cNvSpPr/>
      </dsp:nvSpPr>
      <dsp:spPr>
        <a:xfrm>
          <a:off x="3585702" y="3655"/>
          <a:ext cx="936229" cy="93622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10D3E6-6604-4B95-962B-59292B2CB786}">
      <dsp:nvSpPr>
        <dsp:cNvPr id="0" name=""/>
        <dsp:cNvSpPr/>
      </dsp:nvSpPr>
      <dsp:spPr>
        <a:xfrm>
          <a:off x="3585702" y="3655"/>
          <a:ext cx="936229" cy="93622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057D43-5FF8-4C5F-A68C-E6F86BBFC30E}">
      <dsp:nvSpPr>
        <dsp:cNvPr id="0" name=""/>
        <dsp:cNvSpPr/>
      </dsp:nvSpPr>
      <dsp:spPr>
        <a:xfrm>
          <a:off x="3117587" y="172177"/>
          <a:ext cx="1872459" cy="5991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Methylation Analysis</a:t>
          </a:r>
        </a:p>
      </dsp:txBody>
      <dsp:txXfrm>
        <a:off x="3117587" y="172177"/>
        <a:ext cx="1872459" cy="599187"/>
      </dsp:txXfrm>
    </dsp:sp>
    <dsp:sp modelId="{0D7623D0-36A0-4F26-A081-D30D3DB3FB13}">
      <dsp:nvSpPr>
        <dsp:cNvPr id="0" name=""/>
        <dsp:cNvSpPr/>
      </dsp:nvSpPr>
      <dsp:spPr>
        <a:xfrm>
          <a:off x="2066408" y="1333102"/>
          <a:ext cx="936229" cy="93622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2F2E3E-7CC3-4B51-AA21-E7481E5CF4D2}">
      <dsp:nvSpPr>
        <dsp:cNvPr id="0" name=""/>
        <dsp:cNvSpPr/>
      </dsp:nvSpPr>
      <dsp:spPr>
        <a:xfrm>
          <a:off x="2066408" y="1333102"/>
          <a:ext cx="936229" cy="93622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398E50-8386-4B7C-9FA8-AD44807A7A01}">
      <dsp:nvSpPr>
        <dsp:cNvPr id="0" name=""/>
        <dsp:cNvSpPr/>
      </dsp:nvSpPr>
      <dsp:spPr>
        <a:xfrm>
          <a:off x="1598293" y="1501623"/>
          <a:ext cx="1872459" cy="5991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Whole genome </a:t>
          </a:r>
        </a:p>
      </dsp:txBody>
      <dsp:txXfrm>
        <a:off x="1598293" y="1501623"/>
        <a:ext cx="1872459" cy="599187"/>
      </dsp:txXfrm>
    </dsp:sp>
    <dsp:sp modelId="{298CC250-56A8-44AC-9BDD-5691B0C84825}">
      <dsp:nvSpPr>
        <dsp:cNvPr id="0" name=""/>
        <dsp:cNvSpPr/>
      </dsp:nvSpPr>
      <dsp:spPr>
        <a:xfrm>
          <a:off x="844759" y="2713886"/>
          <a:ext cx="936229" cy="93622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8B04F-A43D-4B7F-9BC8-D347CDA58480}">
      <dsp:nvSpPr>
        <dsp:cNvPr id="0" name=""/>
        <dsp:cNvSpPr/>
      </dsp:nvSpPr>
      <dsp:spPr>
        <a:xfrm>
          <a:off x="844759" y="2713886"/>
          <a:ext cx="936229" cy="93622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809F2F-C6A0-4FE5-BF57-F642C5E10C7B}">
      <dsp:nvSpPr>
        <dsp:cNvPr id="0" name=""/>
        <dsp:cNvSpPr/>
      </dsp:nvSpPr>
      <dsp:spPr>
        <a:xfrm>
          <a:off x="376644" y="2882407"/>
          <a:ext cx="1872459" cy="5991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Predictive Mode</a:t>
          </a:r>
        </a:p>
      </dsp:txBody>
      <dsp:txXfrm>
        <a:off x="376644" y="2882407"/>
        <a:ext cx="1872459" cy="599187"/>
      </dsp:txXfrm>
    </dsp:sp>
    <dsp:sp modelId="{39ECCAC0-37BC-4B78-959C-7F640B73CCF0}">
      <dsp:nvSpPr>
        <dsp:cNvPr id="0" name=""/>
        <dsp:cNvSpPr/>
      </dsp:nvSpPr>
      <dsp:spPr>
        <a:xfrm>
          <a:off x="5052250" y="1333102"/>
          <a:ext cx="936229" cy="93622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9EEA28-BFC4-42A4-B141-604851841D3A}">
      <dsp:nvSpPr>
        <dsp:cNvPr id="0" name=""/>
        <dsp:cNvSpPr/>
      </dsp:nvSpPr>
      <dsp:spPr>
        <a:xfrm>
          <a:off x="5052250" y="1333102"/>
          <a:ext cx="936229" cy="93622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B20DEC-DC37-4C0E-9BD3-7F7734753367}">
      <dsp:nvSpPr>
        <dsp:cNvPr id="0" name=""/>
        <dsp:cNvSpPr/>
      </dsp:nvSpPr>
      <dsp:spPr>
        <a:xfrm>
          <a:off x="4584135" y="1501623"/>
          <a:ext cx="1872459" cy="5991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Profiling </a:t>
          </a:r>
        </a:p>
      </dsp:txBody>
      <dsp:txXfrm>
        <a:off x="4584135" y="1501623"/>
        <a:ext cx="1872459" cy="599187"/>
      </dsp:txXfrm>
    </dsp:sp>
    <dsp:sp modelId="{49AAB08E-EDC4-4BEF-B64B-25272BF0719F}">
      <dsp:nvSpPr>
        <dsp:cNvPr id="0" name=""/>
        <dsp:cNvSpPr/>
      </dsp:nvSpPr>
      <dsp:spPr>
        <a:xfrm>
          <a:off x="6128165" y="2708757"/>
          <a:ext cx="936229" cy="93622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6E57D9-8CA7-4A85-BDD0-52A1597B04EB}">
      <dsp:nvSpPr>
        <dsp:cNvPr id="0" name=""/>
        <dsp:cNvSpPr/>
      </dsp:nvSpPr>
      <dsp:spPr>
        <a:xfrm>
          <a:off x="6128165" y="2708757"/>
          <a:ext cx="936229" cy="93622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CDCF52-E6F4-4C1C-8FF4-37BF4063469D}">
      <dsp:nvSpPr>
        <dsp:cNvPr id="0" name=""/>
        <dsp:cNvSpPr/>
      </dsp:nvSpPr>
      <dsp:spPr>
        <a:xfrm>
          <a:off x="5660050" y="2877278"/>
          <a:ext cx="1872459" cy="5991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NGS</a:t>
          </a:r>
        </a:p>
      </dsp:txBody>
      <dsp:txXfrm>
        <a:off x="5660050" y="2877278"/>
        <a:ext cx="1872459" cy="599187"/>
      </dsp:txXfrm>
    </dsp:sp>
    <dsp:sp modelId="{234C5FBD-7E28-44C0-BC75-34D1BE239E13}">
      <dsp:nvSpPr>
        <dsp:cNvPr id="0" name=""/>
        <dsp:cNvSpPr/>
      </dsp:nvSpPr>
      <dsp:spPr>
        <a:xfrm>
          <a:off x="5935639" y="3991994"/>
          <a:ext cx="936229" cy="93622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4CC506-E6AC-4649-9A24-F95A7286CD74}">
      <dsp:nvSpPr>
        <dsp:cNvPr id="0" name=""/>
        <dsp:cNvSpPr/>
      </dsp:nvSpPr>
      <dsp:spPr>
        <a:xfrm>
          <a:off x="5935639" y="3991994"/>
          <a:ext cx="936229" cy="93622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3F4050-BAF8-4123-AEA6-1E12A322D670}">
      <dsp:nvSpPr>
        <dsp:cNvPr id="0" name=""/>
        <dsp:cNvSpPr/>
      </dsp:nvSpPr>
      <dsp:spPr>
        <a:xfrm>
          <a:off x="5467524" y="4160515"/>
          <a:ext cx="1872459" cy="5991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BS PCR</a:t>
          </a:r>
        </a:p>
      </dsp:txBody>
      <dsp:txXfrm>
        <a:off x="5467524" y="4160515"/>
        <a:ext cx="1872459" cy="5991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83BA83-CDEE-4754-A82A-1BE1CE7388BE}">
      <dsp:nvSpPr>
        <dsp:cNvPr id="0" name=""/>
        <dsp:cNvSpPr/>
      </dsp:nvSpPr>
      <dsp:spPr>
        <a:xfrm>
          <a:off x="5520365" y="2269331"/>
          <a:ext cx="527621" cy="18911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1183"/>
              </a:lnTo>
              <a:lnTo>
                <a:pt x="527621" y="1891183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83276B-72B1-410F-A4E4-08A52206C712}">
      <dsp:nvSpPr>
        <dsp:cNvPr id="0" name=""/>
        <dsp:cNvSpPr/>
      </dsp:nvSpPr>
      <dsp:spPr>
        <a:xfrm>
          <a:off x="5520365" y="2269331"/>
          <a:ext cx="720147" cy="6079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7947"/>
              </a:lnTo>
              <a:lnTo>
                <a:pt x="720147" y="607947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487D9F-EE4D-4D57-9B40-7D4FDE8D23E1}">
      <dsp:nvSpPr>
        <dsp:cNvPr id="0" name=""/>
        <dsp:cNvSpPr/>
      </dsp:nvSpPr>
      <dsp:spPr>
        <a:xfrm>
          <a:off x="4053817" y="939885"/>
          <a:ext cx="1466547" cy="3932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6608"/>
              </a:lnTo>
              <a:lnTo>
                <a:pt x="1466547" y="196608"/>
              </a:lnTo>
              <a:lnTo>
                <a:pt x="1466547" y="39321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317455-3EF4-4216-87DC-380FB11B4E16}">
      <dsp:nvSpPr>
        <dsp:cNvPr id="0" name=""/>
        <dsp:cNvSpPr/>
      </dsp:nvSpPr>
      <dsp:spPr>
        <a:xfrm>
          <a:off x="1668641" y="2269331"/>
          <a:ext cx="865881" cy="613076"/>
        </a:xfrm>
        <a:custGeom>
          <a:avLst/>
          <a:gdLst/>
          <a:ahLst/>
          <a:cxnLst/>
          <a:rect l="0" t="0" r="0" b="0"/>
          <a:pathLst>
            <a:path>
              <a:moveTo>
                <a:pt x="865881" y="0"/>
              </a:moveTo>
              <a:lnTo>
                <a:pt x="865881" y="613076"/>
              </a:lnTo>
              <a:lnTo>
                <a:pt x="0" y="61307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76DB5F-C815-45F4-9EAB-6CA0C0898F18}">
      <dsp:nvSpPr>
        <dsp:cNvPr id="0" name=""/>
        <dsp:cNvSpPr/>
      </dsp:nvSpPr>
      <dsp:spPr>
        <a:xfrm>
          <a:off x="2534522" y="939885"/>
          <a:ext cx="1519294" cy="393216"/>
        </a:xfrm>
        <a:custGeom>
          <a:avLst/>
          <a:gdLst/>
          <a:ahLst/>
          <a:cxnLst/>
          <a:rect l="0" t="0" r="0" b="0"/>
          <a:pathLst>
            <a:path>
              <a:moveTo>
                <a:pt x="1519294" y="0"/>
              </a:moveTo>
              <a:lnTo>
                <a:pt x="1519294" y="196608"/>
              </a:lnTo>
              <a:lnTo>
                <a:pt x="0" y="196608"/>
              </a:lnTo>
              <a:lnTo>
                <a:pt x="0" y="39321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D122C7-3A71-417A-9C4D-5B0CCCD4C370}">
      <dsp:nvSpPr>
        <dsp:cNvPr id="0" name=""/>
        <dsp:cNvSpPr/>
      </dsp:nvSpPr>
      <dsp:spPr>
        <a:xfrm>
          <a:off x="3585702" y="3655"/>
          <a:ext cx="936229" cy="93622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10D3E6-6604-4B95-962B-59292B2CB786}">
      <dsp:nvSpPr>
        <dsp:cNvPr id="0" name=""/>
        <dsp:cNvSpPr/>
      </dsp:nvSpPr>
      <dsp:spPr>
        <a:xfrm>
          <a:off x="3585702" y="3655"/>
          <a:ext cx="936229" cy="93622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057D43-5FF8-4C5F-A68C-E6F86BBFC30E}">
      <dsp:nvSpPr>
        <dsp:cNvPr id="0" name=""/>
        <dsp:cNvSpPr/>
      </dsp:nvSpPr>
      <dsp:spPr>
        <a:xfrm>
          <a:off x="3117587" y="172177"/>
          <a:ext cx="1872459" cy="5991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Methylation Analysis</a:t>
          </a:r>
        </a:p>
      </dsp:txBody>
      <dsp:txXfrm>
        <a:off x="3117587" y="172177"/>
        <a:ext cx="1872459" cy="599187"/>
      </dsp:txXfrm>
    </dsp:sp>
    <dsp:sp modelId="{0D7623D0-36A0-4F26-A081-D30D3DB3FB13}">
      <dsp:nvSpPr>
        <dsp:cNvPr id="0" name=""/>
        <dsp:cNvSpPr/>
      </dsp:nvSpPr>
      <dsp:spPr>
        <a:xfrm>
          <a:off x="2066408" y="1333102"/>
          <a:ext cx="936229" cy="93622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2F2E3E-7CC3-4B51-AA21-E7481E5CF4D2}">
      <dsp:nvSpPr>
        <dsp:cNvPr id="0" name=""/>
        <dsp:cNvSpPr/>
      </dsp:nvSpPr>
      <dsp:spPr>
        <a:xfrm>
          <a:off x="2066408" y="1333102"/>
          <a:ext cx="936229" cy="93622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398E50-8386-4B7C-9FA8-AD44807A7A01}">
      <dsp:nvSpPr>
        <dsp:cNvPr id="0" name=""/>
        <dsp:cNvSpPr/>
      </dsp:nvSpPr>
      <dsp:spPr>
        <a:xfrm>
          <a:off x="1598293" y="1501623"/>
          <a:ext cx="1872459" cy="5991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Whole genome </a:t>
          </a:r>
        </a:p>
      </dsp:txBody>
      <dsp:txXfrm>
        <a:off x="1598293" y="1501623"/>
        <a:ext cx="1872459" cy="599187"/>
      </dsp:txXfrm>
    </dsp:sp>
    <dsp:sp modelId="{298CC250-56A8-44AC-9BDD-5691B0C84825}">
      <dsp:nvSpPr>
        <dsp:cNvPr id="0" name=""/>
        <dsp:cNvSpPr/>
      </dsp:nvSpPr>
      <dsp:spPr>
        <a:xfrm>
          <a:off x="844759" y="2713886"/>
          <a:ext cx="936229" cy="93622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8B04F-A43D-4B7F-9BC8-D347CDA58480}">
      <dsp:nvSpPr>
        <dsp:cNvPr id="0" name=""/>
        <dsp:cNvSpPr/>
      </dsp:nvSpPr>
      <dsp:spPr>
        <a:xfrm>
          <a:off x="844759" y="2713886"/>
          <a:ext cx="936229" cy="93622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809F2F-C6A0-4FE5-BF57-F642C5E10C7B}">
      <dsp:nvSpPr>
        <dsp:cNvPr id="0" name=""/>
        <dsp:cNvSpPr/>
      </dsp:nvSpPr>
      <dsp:spPr>
        <a:xfrm>
          <a:off x="376644" y="2882407"/>
          <a:ext cx="1872459" cy="5991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Predictive Mode</a:t>
          </a:r>
        </a:p>
      </dsp:txBody>
      <dsp:txXfrm>
        <a:off x="376644" y="2882407"/>
        <a:ext cx="1872459" cy="599187"/>
      </dsp:txXfrm>
    </dsp:sp>
    <dsp:sp modelId="{39ECCAC0-37BC-4B78-959C-7F640B73CCF0}">
      <dsp:nvSpPr>
        <dsp:cNvPr id="0" name=""/>
        <dsp:cNvSpPr/>
      </dsp:nvSpPr>
      <dsp:spPr>
        <a:xfrm>
          <a:off x="5052250" y="1333102"/>
          <a:ext cx="936229" cy="93622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9EEA28-BFC4-42A4-B141-604851841D3A}">
      <dsp:nvSpPr>
        <dsp:cNvPr id="0" name=""/>
        <dsp:cNvSpPr/>
      </dsp:nvSpPr>
      <dsp:spPr>
        <a:xfrm>
          <a:off x="5052250" y="1333102"/>
          <a:ext cx="936229" cy="93622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B20DEC-DC37-4C0E-9BD3-7F7734753367}">
      <dsp:nvSpPr>
        <dsp:cNvPr id="0" name=""/>
        <dsp:cNvSpPr/>
      </dsp:nvSpPr>
      <dsp:spPr>
        <a:xfrm>
          <a:off x="4584135" y="1501623"/>
          <a:ext cx="1872459" cy="5991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Profiling </a:t>
          </a:r>
        </a:p>
      </dsp:txBody>
      <dsp:txXfrm>
        <a:off x="4584135" y="1501623"/>
        <a:ext cx="1872459" cy="599187"/>
      </dsp:txXfrm>
    </dsp:sp>
    <dsp:sp modelId="{49AAB08E-EDC4-4BEF-B64B-25272BF0719F}">
      <dsp:nvSpPr>
        <dsp:cNvPr id="0" name=""/>
        <dsp:cNvSpPr/>
      </dsp:nvSpPr>
      <dsp:spPr>
        <a:xfrm>
          <a:off x="6128165" y="2708757"/>
          <a:ext cx="936229" cy="93622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6E57D9-8CA7-4A85-BDD0-52A1597B04EB}">
      <dsp:nvSpPr>
        <dsp:cNvPr id="0" name=""/>
        <dsp:cNvSpPr/>
      </dsp:nvSpPr>
      <dsp:spPr>
        <a:xfrm>
          <a:off x="6128165" y="2708757"/>
          <a:ext cx="936229" cy="93622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CDCF52-E6F4-4C1C-8FF4-37BF4063469D}">
      <dsp:nvSpPr>
        <dsp:cNvPr id="0" name=""/>
        <dsp:cNvSpPr/>
      </dsp:nvSpPr>
      <dsp:spPr>
        <a:xfrm>
          <a:off x="5660050" y="2877278"/>
          <a:ext cx="1872459" cy="5991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NGS</a:t>
          </a:r>
        </a:p>
      </dsp:txBody>
      <dsp:txXfrm>
        <a:off x="5660050" y="2877278"/>
        <a:ext cx="1872459" cy="599187"/>
      </dsp:txXfrm>
    </dsp:sp>
    <dsp:sp modelId="{234C5FBD-7E28-44C0-BC75-34D1BE239E13}">
      <dsp:nvSpPr>
        <dsp:cNvPr id="0" name=""/>
        <dsp:cNvSpPr/>
      </dsp:nvSpPr>
      <dsp:spPr>
        <a:xfrm>
          <a:off x="5935639" y="3991994"/>
          <a:ext cx="936229" cy="93622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4CC506-E6AC-4649-9A24-F95A7286CD74}">
      <dsp:nvSpPr>
        <dsp:cNvPr id="0" name=""/>
        <dsp:cNvSpPr/>
      </dsp:nvSpPr>
      <dsp:spPr>
        <a:xfrm>
          <a:off x="5935639" y="3991994"/>
          <a:ext cx="936229" cy="93622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3F4050-BAF8-4123-AEA6-1E12A322D670}">
      <dsp:nvSpPr>
        <dsp:cNvPr id="0" name=""/>
        <dsp:cNvSpPr/>
      </dsp:nvSpPr>
      <dsp:spPr>
        <a:xfrm>
          <a:off x="5467524" y="4160515"/>
          <a:ext cx="1872459" cy="5991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BS PCR</a:t>
          </a:r>
        </a:p>
      </dsp:txBody>
      <dsp:txXfrm>
        <a:off x="5467524" y="4160515"/>
        <a:ext cx="1872459" cy="5991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83276B-72B1-410F-A4E4-08A52206C712}">
      <dsp:nvSpPr>
        <dsp:cNvPr id="0" name=""/>
        <dsp:cNvSpPr/>
      </dsp:nvSpPr>
      <dsp:spPr>
        <a:xfrm>
          <a:off x="7039679" y="3480142"/>
          <a:ext cx="1105543" cy="9332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3297"/>
              </a:lnTo>
              <a:lnTo>
                <a:pt x="1105543" y="933297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487D9F-EE4D-4D57-9B40-7D4FDE8D23E1}">
      <dsp:nvSpPr>
        <dsp:cNvPr id="0" name=""/>
        <dsp:cNvSpPr/>
      </dsp:nvSpPr>
      <dsp:spPr>
        <a:xfrm>
          <a:off x="4788290" y="1439226"/>
          <a:ext cx="2251388" cy="6036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1825"/>
              </a:lnTo>
              <a:lnTo>
                <a:pt x="2251388" y="301825"/>
              </a:lnTo>
              <a:lnTo>
                <a:pt x="2251388" y="603651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317455-3EF4-4216-87DC-380FB11B4E16}">
      <dsp:nvSpPr>
        <dsp:cNvPr id="0" name=""/>
        <dsp:cNvSpPr/>
      </dsp:nvSpPr>
      <dsp:spPr>
        <a:xfrm>
          <a:off x="1983424" y="3480142"/>
          <a:ext cx="472502" cy="941171"/>
        </a:xfrm>
        <a:custGeom>
          <a:avLst/>
          <a:gdLst/>
          <a:ahLst/>
          <a:cxnLst/>
          <a:rect l="0" t="0" r="0" b="0"/>
          <a:pathLst>
            <a:path>
              <a:moveTo>
                <a:pt x="472502" y="0"/>
              </a:moveTo>
              <a:lnTo>
                <a:pt x="472502" y="941171"/>
              </a:lnTo>
              <a:lnTo>
                <a:pt x="0" y="941171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76DB5F-C815-45F4-9EAB-6CA0C0898F18}">
      <dsp:nvSpPr>
        <dsp:cNvPr id="0" name=""/>
        <dsp:cNvSpPr/>
      </dsp:nvSpPr>
      <dsp:spPr>
        <a:xfrm>
          <a:off x="2455926" y="1439226"/>
          <a:ext cx="2332363" cy="603651"/>
        </a:xfrm>
        <a:custGeom>
          <a:avLst/>
          <a:gdLst/>
          <a:ahLst/>
          <a:cxnLst/>
          <a:rect l="0" t="0" r="0" b="0"/>
          <a:pathLst>
            <a:path>
              <a:moveTo>
                <a:pt x="2332363" y="0"/>
              </a:moveTo>
              <a:lnTo>
                <a:pt x="2332363" y="301825"/>
              </a:lnTo>
              <a:lnTo>
                <a:pt x="0" y="301825"/>
              </a:lnTo>
              <a:lnTo>
                <a:pt x="0" y="603651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D122C7-3A71-417A-9C4D-5B0CCCD4C370}">
      <dsp:nvSpPr>
        <dsp:cNvPr id="0" name=""/>
        <dsp:cNvSpPr/>
      </dsp:nvSpPr>
      <dsp:spPr>
        <a:xfrm>
          <a:off x="4069658" y="1962"/>
          <a:ext cx="1437264" cy="1437264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10D3E6-6604-4B95-962B-59292B2CB786}">
      <dsp:nvSpPr>
        <dsp:cNvPr id="0" name=""/>
        <dsp:cNvSpPr/>
      </dsp:nvSpPr>
      <dsp:spPr>
        <a:xfrm>
          <a:off x="4069658" y="1962"/>
          <a:ext cx="1437264" cy="1437264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057D43-5FF8-4C5F-A68C-E6F86BBFC30E}">
      <dsp:nvSpPr>
        <dsp:cNvPr id="0" name=""/>
        <dsp:cNvSpPr/>
      </dsp:nvSpPr>
      <dsp:spPr>
        <a:xfrm>
          <a:off x="3351026" y="260670"/>
          <a:ext cx="2874528" cy="91984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Methylation Analysis</a:t>
          </a:r>
        </a:p>
      </dsp:txBody>
      <dsp:txXfrm>
        <a:off x="3351026" y="260670"/>
        <a:ext cx="2874528" cy="919849"/>
      </dsp:txXfrm>
    </dsp:sp>
    <dsp:sp modelId="{0D7623D0-36A0-4F26-A081-D30D3DB3FB13}">
      <dsp:nvSpPr>
        <dsp:cNvPr id="0" name=""/>
        <dsp:cNvSpPr/>
      </dsp:nvSpPr>
      <dsp:spPr>
        <a:xfrm>
          <a:off x="1737294" y="2042877"/>
          <a:ext cx="1437264" cy="1437264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2F2E3E-7CC3-4B51-AA21-E7481E5CF4D2}">
      <dsp:nvSpPr>
        <dsp:cNvPr id="0" name=""/>
        <dsp:cNvSpPr/>
      </dsp:nvSpPr>
      <dsp:spPr>
        <a:xfrm>
          <a:off x="1737294" y="2042877"/>
          <a:ext cx="1437264" cy="1437264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398E50-8386-4B7C-9FA8-AD44807A7A01}">
      <dsp:nvSpPr>
        <dsp:cNvPr id="0" name=""/>
        <dsp:cNvSpPr/>
      </dsp:nvSpPr>
      <dsp:spPr>
        <a:xfrm>
          <a:off x="1018662" y="2301585"/>
          <a:ext cx="2874528" cy="91984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Whole genome </a:t>
          </a:r>
        </a:p>
      </dsp:txBody>
      <dsp:txXfrm>
        <a:off x="1018662" y="2301585"/>
        <a:ext cx="2874528" cy="919849"/>
      </dsp:txXfrm>
    </dsp:sp>
    <dsp:sp modelId="{298CC250-56A8-44AC-9BDD-5691B0C84825}">
      <dsp:nvSpPr>
        <dsp:cNvPr id="0" name=""/>
        <dsp:cNvSpPr/>
      </dsp:nvSpPr>
      <dsp:spPr>
        <a:xfrm>
          <a:off x="718632" y="4162605"/>
          <a:ext cx="1437264" cy="1437264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8B04F-A43D-4B7F-9BC8-D347CDA58480}">
      <dsp:nvSpPr>
        <dsp:cNvPr id="0" name=""/>
        <dsp:cNvSpPr/>
      </dsp:nvSpPr>
      <dsp:spPr>
        <a:xfrm>
          <a:off x="718632" y="4162605"/>
          <a:ext cx="1437264" cy="1437264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809F2F-C6A0-4FE5-BF57-F642C5E10C7B}">
      <dsp:nvSpPr>
        <dsp:cNvPr id="0" name=""/>
        <dsp:cNvSpPr/>
      </dsp:nvSpPr>
      <dsp:spPr>
        <a:xfrm>
          <a:off x="0" y="4421313"/>
          <a:ext cx="2874528" cy="91984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Predictive Model</a:t>
          </a:r>
        </a:p>
      </dsp:txBody>
      <dsp:txXfrm>
        <a:off x="0" y="4421313"/>
        <a:ext cx="2874528" cy="919849"/>
      </dsp:txXfrm>
    </dsp:sp>
    <dsp:sp modelId="{39ECCAC0-37BC-4B78-959C-7F640B73CCF0}">
      <dsp:nvSpPr>
        <dsp:cNvPr id="0" name=""/>
        <dsp:cNvSpPr/>
      </dsp:nvSpPr>
      <dsp:spPr>
        <a:xfrm>
          <a:off x="6321046" y="2042877"/>
          <a:ext cx="1437264" cy="1437264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9EEA28-BFC4-42A4-B141-604851841D3A}">
      <dsp:nvSpPr>
        <dsp:cNvPr id="0" name=""/>
        <dsp:cNvSpPr/>
      </dsp:nvSpPr>
      <dsp:spPr>
        <a:xfrm>
          <a:off x="6321046" y="2042877"/>
          <a:ext cx="1437264" cy="1437264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B20DEC-DC37-4C0E-9BD3-7F7734753367}">
      <dsp:nvSpPr>
        <dsp:cNvPr id="0" name=""/>
        <dsp:cNvSpPr/>
      </dsp:nvSpPr>
      <dsp:spPr>
        <a:xfrm>
          <a:off x="5602414" y="2301585"/>
          <a:ext cx="2874528" cy="91984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Profiling </a:t>
          </a:r>
        </a:p>
      </dsp:txBody>
      <dsp:txXfrm>
        <a:off x="5602414" y="2301585"/>
        <a:ext cx="2874528" cy="919849"/>
      </dsp:txXfrm>
    </dsp:sp>
    <dsp:sp modelId="{49AAB08E-EDC4-4BEF-B64B-25272BF0719F}">
      <dsp:nvSpPr>
        <dsp:cNvPr id="0" name=""/>
        <dsp:cNvSpPr/>
      </dsp:nvSpPr>
      <dsp:spPr>
        <a:xfrm>
          <a:off x="7972751" y="4154731"/>
          <a:ext cx="1437264" cy="1437264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6E57D9-8CA7-4A85-BDD0-52A1597B04EB}">
      <dsp:nvSpPr>
        <dsp:cNvPr id="0" name=""/>
        <dsp:cNvSpPr/>
      </dsp:nvSpPr>
      <dsp:spPr>
        <a:xfrm>
          <a:off x="7972751" y="4154731"/>
          <a:ext cx="1437264" cy="1437264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CDCF52-E6F4-4C1C-8FF4-37BF4063469D}">
      <dsp:nvSpPr>
        <dsp:cNvPr id="0" name=""/>
        <dsp:cNvSpPr/>
      </dsp:nvSpPr>
      <dsp:spPr>
        <a:xfrm>
          <a:off x="7254118" y="4413439"/>
          <a:ext cx="2874528" cy="91984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SMRT </a:t>
          </a:r>
          <a:r>
            <a:rPr lang="de-DE" sz="1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Sequencing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254118" y="4413439"/>
        <a:ext cx="2874528" cy="9198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ED24F4-FB35-4C8A-B9F9-100ACD783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AA68D40-9DC5-4816-A389-29D090700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14DFD8-EE61-4EB8-85C3-35869B2F6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EFFC-1B0D-4206-A1E2-89AEF0DACE01}" type="datetimeFigureOut">
              <a:rPr lang="de-DE" smtClean="0"/>
              <a:t>07.05.2021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998A6D-A595-4551-9053-53404D1BD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70C1C5-A25A-4BB1-8162-9D714839A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41ED5-90C8-41F0-9BD8-A16275C485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5882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9D6290-5157-4108-8CF7-4FC20A4CD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276C0C-2495-46FA-AC47-E320406A1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2F79CE-948B-49A7-BB89-C6E1A3E55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EFFC-1B0D-4206-A1E2-89AEF0DACE01}" type="datetimeFigureOut">
              <a:rPr lang="de-DE" smtClean="0"/>
              <a:t>07.05.2021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E1D146-AFCB-4D89-B4DB-97B851B0F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7CE12A-03F4-4433-9AB2-6903B40E6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41ED5-90C8-41F0-9BD8-A16275C485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0890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C6CDA2-88D9-4715-AA50-84D3F41B0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651722-7DB2-4E24-8172-7F3AB05A2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3FE766-F511-4690-BD2C-7D93E6274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EFFC-1B0D-4206-A1E2-89AEF0DACE01}" type="datetimeFigureOut">
              <a:rPr lang="de-DE" smtClean="0"/>
              <a:t>07.05.2021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5C1C07-6BC9-4231-9EFD-B456564AB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6E7C81-DC29-4DF6-BDA3-A6FFAEDBF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41ED5-90C8-41F0-9BD8-A16275C485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1639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324547-5972-4401-B7EA-A915DEE26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25F8C9-F96E-48BD-B20F-228CC53E7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148808-F82B-4F88-99F6-3B2E04CA7B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AE4B85-D9B5-420B-BC1A-5FE381B49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EFFC-1B0D-4206-A1E2-89AEF0DACE01}" type="datetimeFigureOut">
              <a:rPr lang="de-DE" smtClean="0"/>
              <a:t>07.05.2021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8A8AB5-2B70-425A-8D72-F4D1DFF8E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C4E91C7-B372-49A4-8845-0BBD848D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41ED5-90C8-41F0-9BD8-A16275C485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5444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86EC3E-A2F8-45DE-81B8-B303229F1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7E57E3D-C2F5-4A2A-B5EF-B2A1354BD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CAA152-9E32-441F-BD63-2A9EF7A15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CC2053D-A289-485B-AC69-E437B4C31F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866515A-DEAD-4B6E-8EF6-31A1991AF2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429E5F8-FFC1-4331-8996-50E035DA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EFFC-1B0D-4206-A1E2-89AEF0DACE01}" type="datetimeFigureOut">
              <a:rPr lang="de-DE" smtClean="0"/>
              <a:t>07.05.2021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BD0D359-4779-43E4-994F-0A0859CBC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3155D-25B7-4DCE-8D53-FB258BB4D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41ED5-90C8-41F0-9BD8-A16275C485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3759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6045F4-01C6-4802-9504-F6BE1CF2F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0DC4683-754F-4173-84AF-73CA8BE54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EFFC-1B0D-4206-A1E2-89AEF0DACE01}" type="datetimeFigureOut">
              <a:rPr lang="de-DE" smtClean="0"/>
              <a:t>07.05.2021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DE33A1-6A8B-494B-ABFF-538202F8E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7BEE94B-5C12-48D9-979F-D7AC67FB3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41ED5-90C8-41F0-9BD8-A16275C485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9444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BB984B1-42CA-4EE0-8EB9-780A37619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EFFC-1B0D-4206-A1E2-89AEF0DACE01}" type="datetimeFigureOut">
              <a:rPr lang="de-DE" smtClean="0"/>
              <a:t>07.05.2021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945970C-7731-4FB0-9D60-A3CC7B497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097ECF9-81BB-417F-82B8-6BAA2F2D2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41ED5-90C8-41F0-9BD8-A16275C485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5622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457CBF-07F1-4EF9-B72E-EA1863F8C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53C458-7B80-404E-8FB1-8E92897E2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9AC9BB8-4FD1-40B8-BD10-9E2E607D0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3B77AE2-35FB-43F6-8F09-E1FDC0B8F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EFFC-1B0D-4206-A1E2-89AEF0DACE01}" type="datetimeFigureOut">
              <a:rPr lang="de-DE" smtClean="0"/>
              <a:t>07.05.2021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714AD58-ACCD-4861-AFBA-5F49F2294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18CFF4-87E6-4A2A-96F6-8B8E87DF3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41ED5-90C8-41F0-9BD8-A16275C485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4857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062F5F-C2E5-49AD-8E8C-9E9685541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1732919-435A-4105-9D94-2DF6B8845C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FD51C17-E2CF-408C-AE3B-868F0140E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AE875CF-57AC-4F8E-B81C-7D9FD314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EFFC-1B0D-4206-A1E2-89AEF0DACE01}" type="datetimeFigureOut">
              <a:rPr lang="de-DE" smtClean="0"/>
              <a:t>07.05.2021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A31AA8A-837A-4130-A303-3967A1374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DF26F9C-5745-437C-9B2C-0005ED3FE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41ED5-90C8-41F0-9BD8-A16275C485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7307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6FBCC-5BE5-4990-A175-1895EBA73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505BD69-A883-4C23-A2B8-CB8132126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9F5AC9-9620-4404-954A-5A24BF5F3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EFFC-1B0D-4206-A1E2-89AEF0DACE01}" type="datetimeFigureOut">
              <a:rPr lang="de-DE" smtClean="0"/>
              <a:t>07.05.2021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3977E9-2827-42DE-B0AF-6D5676BDE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CDFC1B-7549-42F5-817F-A47868EFC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41ED5-90C8-41F0-9BD8-A16275C485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976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52A8794-9678-4DAB-9CC2-2A6EEA1E1D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6BB81D7-9C2F-4114-A7C2-FF67B66E4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377D7B-666C-449A-BCF4-336D6D98A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EFFC-1B0D-4206-A1E2-89AEF0DACE01}" type="datetimeFigureOut">
              <a:rPr lang="de-DE" smtClean="0"/>
              <a:t>07.05.2021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C12504-2F22-4685-8238-58EB9044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E063FE-260E-46E5-A604-5801B5688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41ED5-90C8-41F0-9BD8-A16275C485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2897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56004D6-4830-41F1-AFA5-9C0B265C1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CC2BC0-1B86-46F5-852B-E442D61C6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5D83C7-6E95-4FDC-9A66-F9FC668273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AEFFC-1B0D-4206-A1E2-89AEF0DACE01}" type="datetimeFigureOut">
              <a:rPr lang="de-DE" smtClean="0"/>
              <a:t>07.05.2021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B79F2A-73EE-4B44-9B12-92808EA81B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752886-32D1-4C17-A7D6-CD325AA07C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41ED5-90C8-41F0-9BD8-A16275C485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2259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7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gi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F0F5F57-BBE2-46FC-8265-7D1C41A3E7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52" t="20303" r="27738" b="18292"/>
          <a:stretch/>
        </p:blipFill>
        <p:spPr>
          <a:xfrm>
            <a:off x="0" y="0"/>
            <a:ext cx="12192000" cy="555051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4B94A6B-8FF3-4E3C-96EE-CFAB5B1FD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550517"/>
            <a:ext cx="9875520" cy="1053483"/>
          </a:xfrm>
        </p:spPr>
        <p:txBody>
          <a:bodyPr>
            <a:noAutofit/>
          </a:bodyPr>
          <a:lstStyle/>
          <a:p>
            <a:pPr algn="l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place of artificial intelligence in understanding  the epigenetic effects in living beings – Human &amp; Bacterial genome methylation as example.</a:t>
            </a:r>
          </a:p>
        </p:txBody>
      </p:sp>
      <p:pic>
        <p:nvPicPr>
          <p:cNvPr id="1026" name="Picture 2" descr="Faculty of Sciences and Techniques of Mohammedia (FSTM) | LinkedIn">
            <a:extLst>
              <a:ext uri="{FF2B5EF4-FFF2-40B4-BE49-F238E27FC236}">
                <a16:creationId xmlns:a16="http://schemas.microsoft.com/office/drawing/2014/main" id="{CC703459-AEC7-435F-B1AD-B5EA82BD39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9" t="33200" r="3281" b="34160"/>
          <a:stretch/>
        </p:blipFill>
        <p:spPr bwMode="auto">
          <a:xfrm>
            <a:off x="9700970" y="5550516"/>
            <a:ext cx="2491030" cy="1307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979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58256FA7-9466-45E4-9840-A37B27B1E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1752" y="0"/>
            <a:ext cx="1249375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16EDE3-B782-46B5-A71B-483B098F87ED}"/>
              </a:ext>
            </a:extLst>
          </p:cNvPr>
          <p:cNvSpPr/>
          <p:nvPr/>
        </p:nvSpPr>
        <p:spPr>
          <a:xfrm>
            <a:off x="5111496" y="1441728"/>
            <a:ext cx="6974489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place of artificial intelligence in understanding </a:t>
            </a:r>
          </a:p>
          <a:p>
            <a:pPr>
              <a:tabLst>
                <a:tab pos="447675" algn="l"/>
              </a:tabLst>
            </a:pPr>
            <a:r>
              <a:rPr lang="en-US" sz="2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the epigenetic effects in living beings – Human &amp;       Bacterial genome methylation as example.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192595-6148-4916-A9A4-7B622ED0A8E4}"/>
              </a:ext>
            </a:extLst>
          </p:cNvPr>
          <p:cNvSpPr/>
          <p:nvPr/>
        </p:nvSpPr>
        <p:spPr>
          <a:xfrm>
            <a:off x="343761" y="3675167"/>
            <a:ext cx="6096000" cy="6924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400" b="1" i="1" dirty="0"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fr-FR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assine </a:t>
            </a:r>
            <a:r>
              <a:rPr lang="fr-FR" sz="2400" b="1" i="1" dirty="0"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fr-FR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asmi, </a:t>
            </a:r>
          </a:p>
          <a:p>
            <a:r>
              <a:rPr lang="fr-FR" sz="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fr-FR" sz="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Biology</a:t>
            </a:r>
            <a:r>
              <a:rPr lang="fr-FR" sz="15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E84445-FB43-4A61-8379-A5BF79CFCA7E}"/>
              </a:ext>
            </a:extLst>
          </p:cNvPr>
          <p:cNvSpPr/>
          <p:nvPr/>
        </p:nvSpPr>
        <p:spPr>
          <a:xfrm>
            <a:off x="343761" y="5949784"/>
            <a:ext cx="25987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Thünen</a:t>
            </a:r>
            <a:r>
              <a:rPr lang="it-IT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Institute, Germany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5BCE8BC-A7EB-4A27-B057-6571B321138F}"/>
              </a:ext>
            </a:extLst>
          </p:cNvPr>
          <p:cNvSpPr txBox="1"/>
          <p:nvPr/>
        </p:nvSpPr>
        <p:spPr>
          <a:xfrm rot="996680">
            <a:off x="7721990" y="4619302"/>
            <a:ext cx="4319900" cy="93910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/>
        </p:spPr>
        <p:txBody>
          <a:bodyPr wrap="square" rtlCol="0">
            <a:prstTxWarp prst="textArchUp">
              <a:avLst/>
            </a:prstTxWarp>
            <a:spAutoFit/>
            <a:flatTx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“We are express of gene and maturation </a:t>
            </a:r>
          </a:p>
          <a:p>
            <a:pPr algn="ctr"/>
            <a:r>
              <a:rPr lang="en-US" sz="2000" dirty="0"/>
              <a:t>of  the environment”</a:t>
            </a:r>
          </a:p>
          <a:p>
            <a:pPr algn="ctr"/>
            <a:r>
              <a:rPr lang="en-US" sz="1200" dirty="0">
                <a:solidFill>
                  <a:schemeClr val="tx2">
                    <a:lumMod val="50000"/>
                  </a:schemeClr>
                </a:solidFill>
              </a:rPr>
              <a:t>Y. Kasmi</a:t>
            </a:r>
            <a:endParaRPr lang="en-US" sz="2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BE9C6FD-A6AD-4DAA-AFDE-A55584738491}"/>
              </a:ext>
            </a:extLst>
          </p:cNvPr>
          <p:cNvSpPr/>
          <p:nvPr/>
        </p:nvSpPr>
        <p:spPr>
          <a:xfrm>
            <a:off x="1198888" y="722"/>
            <a:ext cx="483615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FDP on Artificial Intelligence in Health Science (03rd – 07th May 2021)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40869BE-227B-465F-AFCC-B5CF79405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59848" cy="48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573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4D7A6C-05B4-4591-A0DE-D8DDD660BCF3}"/>
              </a:ext>
            </a:extLst>
          </p:cNvPr>
          <p:cNvGrpSpPr/>
          <p:nvPr/>
        </p:nvGrpSpPr>
        <p:grpSpPr>
          <a:xfrm>
            <a:off x="-1089675" y="2315577"/>
            <a:ext cx="2773004" cy="2578743"/>
            <a:chOff x="2263557" y="1433779"/>
            <a:chExt cx="2773004" cy="2578743"/>
          </a:xfrm>
        </p:grpSpPr>
        <p:sp>
          <p:nvSpPr>
            <p:cNvPr id="3" name="Oval 15">
              <a:extLst>
                <a:ext uri="{FF2B5EF4-FFF2-40B4-BE49-F238E27FC236}">
                  <a16:creationId xmlns:a16="http://schemas.microsoft.com/office/drawing/2014/main" id="{0870A051-EAFE-4A30-A073-0C52924809A9}"/>
                </a:ext>
              </a:extLst>
            </p:cNvPr>
            <p:cNvSpPr/>
            <p:nvPr/>
          </p:nvSpPr>
          <p:spPr>
            <a:xfrm>
              <a:off x="2263557" y="1433779"/>
              <a:ext cx="2578616" cy="257874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Oval 4">
              <a:extLst>
                <a:ext uri="{FF2B5EF4-FFF2-40B4-BE49-F238E27FC236}">
                  <a16:creationId xmlns:a16="http://schemas.microsoft.com/office/drawing/2014/main" id="{12F48097-09D8-441F-A2A1-BFAC6D577C1F}"/>
                </a:ext>
              </a:extLst>
            </p:cNvPr>
            <p:cNvSpPr txBox="1"/>
            <p:nvPr/>
          </p:nvSpPr>
          <p:spPr>
            <a:xfrm>
              <a:off x="3213205" y="1719038"/>
              <a:ext cx="1823356" cy="18234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2550" tIns="82550" rIns="82550" bIns="82550" numCol="1" spcCol="1270" anchor="ctr" anchorCtr="0">
              <a:noAutofit/>
            </a:bodyPr>
            <a:lstStyle/>
            <a:p>
              <a:pPr marL="0" lvl="0" indent="0"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500" kern="1200" dirty="0"/>
                <a:t>Plan</a:t>
              </a:r>
            </a:p>
          </p:txBody>
        </p:sp>
      </p:grpSp>
      <p:sp>
        <p:nvSpPr>
          <p:cNvPr id="5" name="Block Arc 2">
            <a:extLst>
              <a:ext uri="{FF2B5EF4-FFF2-40B4-BE49-F238E27FC236}">
                <a16:creationId xmlns:a16="http://schemas.microsoft.com/office/drawing/2014/main" id="{35C43F22-AEC3-4AFD-80E1-9E703057926A}"/>
              </a:ext>
            </a:extLst>
          </p:cNvPr>
          <p:cNvSpPr/>
          <p:nvPr/>
        </p:nvSpPr>
        <p:spPr>
          <a:xfrm>
            <a:off x="-2599032" y="874212"/>
            <a:ext cx="5198064" cy="5418667"/>
          </a:xfrm>
          <a:prstGeom prst="blockArc">
            <a:avLst>
              <a:gd name="adj1" fmla="val 17527788"/>
              <a:gd name="adj2" fmla="val 4119114"/>
              <a:gd name="adj3" fmla="val 575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Oval 3">
            <a:extLst>
              <a:ext uri="{FF2B5EF4-FFF2-40B4-BE49-F238E27FC236}">
                <a16:creationId xmlns:a16="http://schemas.microsoft.com/office/drawing/2014/main" id="{C2E6D8F5-0A9C-4358-96E3-C9F492999863}"/>
              </a:ext>
            </a:extLst>
          </p:cNvPr>
          <p:cNvSpPr/>
          <p:nvPr/>
        </p:nvSpPr>
        <p:spPr>
          <a:xfrm>
            <a:off x="1463183" y="1441365"/>
            <a:ext cx="720000" cy="720000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EEC5F27D-3642-499F-91EF-BDEA5CDCE35A}"/>
              </a:ext>
            </a:extLst>
          </p:cNvPr>
          <p:cNvGrpSpPr/>
          <p:nvPr/>
        </p:nvGrpSpPr>
        <p:grpSpPr>
          <a:xfrm>
            <a:off x="2450052" y="1064032"/>
            <a:ext cx="7362093" cy="1405996"/>
            <a:chOff x="6188176" y="410341"/>
            <a:chExt cx="1908276" cy="1405996"/>
          </a:xfrm>
        </p:grpSpPr>
        <p:sp>
          <p:nvSpPr>
            <p:cNvPr id="10" name="Rectangle 19">
              <a:extLst>
                <a:ext uri="{FF2B5EF4-FFF2-40B4-BE49-F238E27FC236}">
                  <a16:creationId xmlns:a16="http://schemas.microsoft.com/office/drawing/2014/main" id="{6C1E6DA4-A918-40F1-9037-16AABFC8B049}"/>
                </a:ext>
              </a:extLst>
            </p:cNvPr>
            <p:cNvSpPr/>
            <p:nvPr/>
          </p:nvSpPr>
          <p:spPr>
            <a:xfrm>
              <a:off x="6247430" y="479010"/>
              <a:ext cx="1849022" cy="133732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TextBox 14">
              <a:extLst>
                <a:ext uri="{FF2B5EF4-FFF2-40B4-BE49-F238E27FC236}">
                  <a16:creationId xmlns:a16="http://schemas.microsoft.com/office/drawing/2014/main" id="{C5944C3C-E3D7-4F9A-9CE1-FDA5E7D523D7}"/>
                </a:ext>
              </a:extLst>
            </p:cNvPr>
            <p:cNvSpPr txBox="1"/>
            <p:nvPr/>
          </p:nvSpPr>
          <p:spPr>
            <a:xfrm>
              <a:off x="6188176" y="410341"/>
              <a:ext cx="1849022" cy="133732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9210" tIns="29210" rIns="29210" bIns="29210" numCol="1" spcCol="1270" anchor="ctr" anchorCtr="0">
              <a:noAutofit/>
            </a:bodyPr>
            <a:lstStyle/>
            <a:p>
              <a:pPr marL="0" lvl="0" indent="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10000"/>
                </a:spcAft>
                <a:buNone/>
              </a:pPr>
              <a:r>
                <a:rPr lang="fr-FR" sz="2300" dirty="0"/>
                <a:t>Introduction to Markov and </a:t>
              </a:r>
              <a:r>
                <a:rPr lang="fr-FR" sz="2300" dirty="0" err="1"/>
                <a:t>Hidden</a:t>
              </a:r>
              <a:r>
                <a:rPr lang="fr-FR" sz="2300" dirty="0"/>
                <a:t> Markov</a:t>
              </a:r>
              <a:endParaRPr lang="fr-FR" sz="2300" kern="1200" noProof="0" dirty="0"/>
            </a:p>
          </p:txBody>
        </p:sp>
      </p:grpSp>
      <p:sp>
        <p:nvSpPr>
          <p:cNvPr id="12" name="Oval 5">
            <a:extLst>
              <a:ext uri="{FF2B5EF4-FFF2-40B4-BE49-F238E27FC236}">
                <a16:creationId xmlns:a16="http://schemas.microsoft.com/office/drawing/2014/main" id="{E8049FBA-013A-4CEC-95D4-65D9E0155653}"/>
              </a:ext>
            </a:extLst>
          </p:cNvPr>
          <p:cNvSpPr/>
          <p:nvPr/>
        </p:nvSpPr>
        <p:spPr>
          <a:xfrm>
            <a:off x="2010000" y="2979160"/>
            <a:ext cx="720000" cy="720000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3" name="Group 6">
            <a:extLst>
              <a:ext uri="{FF2B5EF4-FFF2-40B4-BE49-F238E27FC236}">
                <a16:creationId xmlns:a16="http://schemas.microsoft.com/office/drawing/2014/main" id="{3F7B38FF-8A62-4966-AE6B-CCC818187F69}"/>
              </a:ext>
            </a:extLst>
          </p:cNvPr>
          <p:cNvGrpSpPr/>
          <p:nvPr/>
        </p:nvGrpSpPr>
        <p:grpSpPr>
          <a:xfrm>
            <a:off x="3174963" y="2760336"/>
            <a:ext cx="5842074" cy="1337327"/>
            <a:chOff x="6789040" y="2048256"/>
            <a:chExt cx="1849022" cy="1337327"/>
          </a:xfrm>
        </p:grpSpPr>
        <p:sp>
          <p:nvSpPr>
            <p:cNvPr id="14" name="Rectangle 26">
              <a:extLst>
                <a:ext uri="{FF2B5EF4-FFF2-40B4-BE49-F238E27FC236}">
                  <a16:creationId xmlns:a16="http://schemas.microsoft.com/office/drawing/2014/main" id="{4A860BC5-E936-422B-ACC3-CFC4EEF32D40}"/>
                </a:ext>
              </a:extLst>
            </p:cNvPr>
            <p:cNvSpPr/>
            <p:nvPr/>
          </p:nvSpPr>
          <p:spPr>
            <a:xfrm>
              <a:off x="6789040" y="2048256"/>
              <a:ext cx="1849022" cy="133732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TextBox 12">
              <a:extLst>
                <a:ext uri="{FF2B5EF4-FFF2-40B4-BE49-F238E27FC236}">
                  <a16:creationId xmlns:a16="http://schemas.microsoft.com/office/drawing/2014/main" id="{5DEDA0E8-4C27-43D9-A91C-544E2922CFE7}"/>
                </a:ext>
              </a:extLst>
            </p:cNvPr>
            <p:cNvSpPr txBox="1"/>
            <p:nvPr/>
          </p:nvSpPr>
          <p:spPr>
            <a:xfrm>
              <a:off x="6789040" y="2048256"/>
              <a:ext cx="1849022" cy="133732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9210" tIns="29210" rIns="29210" bIns="29210" numCol="1" spcCol="1270" anchor="ctr" anchorCtr="0">
              <a:noAutofit/>
            </a:bodyPr>
            <a:lstStyle/>
            <a:p>
              <a:pPr marL="0" lvl="0" indent="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10000"/>
                </a:spcAft>
                <a:buNone/>
              </a:pPr>
              <a:r>
                <a:rPr lang="en-US" sz="2300" kern="1200" dirty="0"/>
                <a:t>Prediction of Methylation in Human Gen</a:t>
              </a:r>
              <a:r>
                <a:rPr lang="en-US" sz="2300" dirty="0"/>
                <a:t>es</a:t>
              </a:r>
              <a:endParaRPr lang="en-US" sz="2300" kern="1200" dirty="0"/>
            </a:p>
          </p:txBody>
        </p:sp>
      </p:grpSp>
      <p:sp>
        <p:nvSpPr>
          <p:cNvPr id="16" name="Oval 7">
            <a:extLst>
              <a:ext uri="{FF2B5EF4-FFF2-40B4-BE49-F238E27FC236}">
                <a16:creationId xmlns:a16="http://schemas.microsoft.com/office/drawing/2014/main" id="{FDB174F9-64C1-4266-B112-CADC0256B3F0}"/>
              </a:ext>
            </a:extLst>
          </p:cNvPr>
          <p:cNvSpPr/>
          <p:nvPr/>
        </p:nvSpPr>
        <p:spPr>
          <a:xfrm>
            <a:off x="1606926" y="4654232"/>
            <a:ext cx="720000" cy="72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7" name="Group 8">
            <a:extLst>
              <a:ext uri="{FF2B5EF4-FFF2-40B4-BE49-F238E27FC236}">
                <a16:creationId xmlns:a16="http://schemas.microsoft.com/office/drawing/2014/main" id="{6269EFE7-0563-4AAF-B35B-39AB46F936C6}"/>
              </a:ext>
            </a:extLst>
          </p:cNvPr>
          <p:cNvGrpSpPr/>
          <p:nvPr/>
        </p:nvGrpSpPr>
        <p:grpSpPr>
          <a:xfrm>
            <a:off x="2714596" y="4525309"/>
            <a:ext cx="5505860" cy="1337327"/>
            <a:chOff x="6247430" y="3651097"/>
            <a:chExt cx="1849022" cy="1337327"/>
          </a:xfrm>
        </p:grpSpPr>
        <p:sp>
          <p:nvSpPr>
            <p:cNvPr id="18" name="Rectangle 30">
              <a:extLst>
                <a:ext uri="{FF2B5EF4-FFF2-40B4-BE49-F238E27FC236}">
                  <a16:creationId xmlns:a16="http://schemas.microsoft.com/office/drawing/2014/main" id="{49A48C1C-FF08-4503-80D2-704D51BDB770}"/>
                </a:ext>
              </a:extLst>
            </p:cNvPr>
            <p:cNvSpPr/>
            <p:nvPr/>
          </p:nvSpPr>
          <p:spPr>
            <a:xfrm>
              <a:off x="6247430" y="3651097"/>
              <a:ext cx="1849022" cy="133732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TextBox 10">
              <a:extLst>
                <a:ext uri="{FF2B5EF4-FFF2-40B4-BE49-F238E27FC236}">
                  <a16:creationId xmlns:a16="http://schemas.microsoft.com/office/drawing/2014/main" id="{E6DEBD2F-9414-4E01-86B0-D484BDBEDAE0}"/>
                </a:ext>
              </a:extLst>
            </p:cNvPr>
            <p:cNvSpPr txBox="1"/>
            <p:nvPr/>
          </p:nvSpPr>
          <p:spPr>
            <a:xfrm>
              <a:off x="6247430" y="3651097"/>
              <a:ext cx="1849022" cy="133732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9210" tIns="29210" rIns="29210" bIns="29210" numCol="1" spcCol="1270" anchor="ctr" anchorCtr="0">
              <a:noAutofit/>
            </a:bodyPr>
            <a:lstStyle/>
            <a:p>
              <a:pPr marL="0" lvl="0" indent="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10000"/>
                </a:spcAft>
                <a:buNone/>
              </a:pPr>
              <a:r>
                <a:rPr lang="fr-FR" sz="2300" dirty="0"/>
                <a:t>HMM and </a:t>
              </a:r>
              <a:r>
                <a:rPr lang="fr-FR" sz="2300" dirty="0" err="1"/>
                <a:t>methylation</a:t>
              </a:r>
              <a:r>
                <a:rPr lang="fr-FR" sz="2300" dirty="0"/>
                <a:t> in </a:t>
              </a:r>
              <a:r>
                <a:rPr lang="fr-FR" sz="2300" dirty="0" err="1"/>
                <a:t>Bacterial</a:t>
              </a:r>
              <a:r>
                <a:rPr lang="fr-FR" sz="2300" dirty="0"/>
                <a:t> </a:t>
              </a:r>
              <a:r>
                <a:rPr lang="fr-FR" sz="2300" dirty="0" err="1"/>
                <a:t>Genome</a:t>
              </a:r>
              <a:endParaRPr lang="fr-FR" sz="2300" kern="1200" dirty="0"/>
            </a:p>
          </p:txBody>
        </p:sp>
      </p:grpSp>
      <p:sp>
        <p:nvSpPr>
          <p:cNvPr id="21" name="Rectangle 4">
            <a:extLst>
              <a:ext uri="{FF2B5EF4-FFF2-40B4-BE49-F238E27FC236}">
                <a16:creationId xmlns:a16="http://schemas.microsoft.com/office/drawing/2014/main" id="{1A52399B-ABC5-43BF-82F4-DA270D4B0B18}"/>
              </a:ext>
            </a:extLst>
          </p:cNvPr>
          <p:cNvSpPr/>
          <p:nvPr/>
        </p:nvSpPr>
        <p:spPr>
          <a:xfrm>
            <a:off x="0" y="6447065"/>
            <a:ext cx="12192000" cy="4250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accent1">
                    <a:lumMod val="50000"/>
                  </a:schemeClr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“I think of the world as my laboratory and I look for innovation wherever it exists. I believe there are no limits to what science can do.”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BCD5AB13-A348-49FE-84C4-BD8A853C5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2297" y="0"/>
            <a:ext cx="1349703" cy="174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116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8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039 0.74745 C -0.21797 0.70162 -0.00287 0.49884 0.01055 0.46782 C 0.0194 0.44815 0.0418 0.31273 0.04479 0.24792 C 0.04401 0.17894 0.04375 0.16458 0.0349 0.10995 C 0.02135 0.07315 0.01237 0.03079 -0.00091 0 " pathEditMode="relative" rAng="0" ptsTypes="AAAAA">
                                      <p:cBhvr>
                                        <p:cTn id="1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53" y="-37384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8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067 0.80138 C -0.34661 0.73356 -0.09518 0.58657 -0.02422 0.52338 C 0.00078 0.46458 0.0112 0.32476 0.02175 0.27245 C 0.01693 0.21666 0.02305 0.23958 0.02422 0.17754 C 0.0194 0.10879 0.01263 0.06736 -0.00039 4.07407E-6 " pathEditMode="relative" rAng="0" ptsTypes="AAAAA">
                                      <p:cBhvr>
                                        <p:cTn id="1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45" y="-40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8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0937 0.55532 C -0.29622 0.52592 -0.26862 0.50555 -0.25547 0.47685 C -0.24648 0.45787 -0.14713 0.38287 -0.12357 0.35648 C -0.08307 0.29652 -0.05677 0.27963 -0.03242 0.23819 C -0.02591 0.19097 0.01263 0.0287 -0.00052 4.44444E-6 " pathEditMode="relative" rAng="0" ptsTypes="AAAAA">
                                      <p:cBhvr>
                                        <p:cTn id="2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573" y="-27778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58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0.56435 C 0.01328 0.51389 -0.19857 0.58704 -0.18529 0.53658 C -0.1763 0.50463 -0.05872 0.39908 -0.06406 0.36412 C -0.06979 0.32917 0.01562 0.23472 0.00677 0.20278 C -0.00651 0.15255 0.01315 0.05 2.08333E-7 -1.11111E-6 " pathEditMode="relative" rAng="0" ptsTypes="AAAAA">
                                      <p:cBhvr>
                                        <p:cTn id="2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32" y="-282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https://geneonline.news/wp-content/uploads/2018/11/110478118_s.jpg">
            <a:extLst>
              <a:ext uri="{FF2B5EF4-FFF2-40B4-BE49-F238E27FC236}">
                <a16:creationId xmlns:a16="http://schemas.microsoft.com/office/drawing/2014/main" id="{C300D4F1-9B6B-49B2-A50F-C21BDA0D5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5AB53FDE-AF3A-4601-826E-5A6145077FBA}"/>
              </a:ext>
            </a:extLst>
          </p:cNvPr>
          <p:cNvSpPr/>
          <p:nvPr/>
        </p:nvSpPr>
        <p:spPr>
          <a:xfrm>
            <a:off x="331791" y="537710"/>
            <a:ext cx="82000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Hassan II </a:t>
            </a:r>
            <a:r>
              <a:rPr lang="it-IT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r>
              <a:rPr lang="it-IT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Casablanca, Morocco</a:t>
            </a:r>
          </a:p>
          <a:p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MAScIR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Moroccan Foundation for Advanced Science, Innovation and Research</a:t>
            </a:r>
          </a:p>
        </p:txBody>
      </p:sp>
    </p:spTree>
    <p:extLst>
      <p:ext uri="{BB962C8B-B14F-4D97-AF65-F5344CB8AC3E}">
        <p14:creationId xmlns:p14="http://schemas.microsoft.com/office/powerpoint/2010/main" val="739944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04AAD610-CE9E-4660-8501-0395AFBB7D7A}"/>
              </a:ext>
            </a:extLst>
          </p:cNvPr>
          <p:cNvSpPr/>
          <p:nvPr/>
        </p:nvSpPr>
        <p:spPr>
          <a:xfrm>
            <a:off x="0" y="0"/>
            <a:ext cx="12192000" cy="48768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b="1" dirty="0"/>
              <a:t>Hidden Markov </a:t>
            </a:r>
            <a:r>
              <a:rPr lang="de-DE" b="1" dirty="0" err="1"/>
              <a:t>Introduction</a:t>
            </a:r>
            <a:r>
              <a:rPr lang="de-DE" b="1" dirty="0"/>
              <a:t> 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549DF05-ADD6-4C66-8B82-9361E9729FF9}"/>
              </a:ext>
            </a:extLst>
          </p:cNvPr>
          <p:cNvSpPr/>
          <p:nvPr/>
        </p:nvSpPr>
        <p:spPr>
          <a:xfrm>
            <a:off x="0" y="6370320"/>
            <a:ext cx="12192000" cy="4876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solidFill>
                  <a:schemeClr val="tx1"/>
                </a:solidFill>
              </a:rPr>
              <a:t>FDP on Artificial Intelligence in Health Science (03rd – 07th May 2021)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AF96935-4742-4DE3-BFB4-F676BAF357EB}"/>
              </a:ext>
            </a:extLst>
          </p:cNvPr>
          <p:cNvSpPr txBox="1"/>
          <p:nvPr/>
        </p:nvSpPr>
        <p:spPr>
          <a:xfrm>
            <a:off x="10154195" y="6460271"/>
            <a:ext cx="203780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de-DE" sz="1400" dirty="0"/>
              <a:t>Y. Kasmi</a:t>
            </a:r>
          </a:p>
        </p:txBody>
      </p:sp>
      <p:pic>
        <p:nvPicPr>
          <p:cNvPr id="52" name="Picture 7">
            <a:extLst>
              <a:ext uri="{FF2B5EF4-FFF2-40B4-BE49-F238E27FC236}">
                <a16:creationId xmlns:a16="http://schemas.microsoft.com/office/drawing/2014/main" id="{D7397FA7-57C7-4E75-9924-46645BF96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282" y="1825900"/>
            <a:ext cx="4343400" cy="2151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" name="Rechteck 45">
            <a:extLst>
              <a:ext uri="{FF2B5EF4-FFF2-40B4-BE49-F238E27FC236}">
                <a16:creationId xmlns:a16="http://schemas.microsoft.com/office/drawing/2014/main" id="{0993D55F-706A-4949-AEBB-2161FC4E3CD8}"/>
              </a:ext>
            </a:extLst>
          </p:cNvPr>
          <p:cNvSpPr/>
          <p:nvPr/>
        </p:nvSpPr>
        <p:spPr>
          <a:xfrm>
            <a:off x="5646637" y="1438712"/>
            <a:ext cx="6096000" cy="6444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de-DE" b="1" dirty="0">
                <a:solidFill>
                  <a:srgbClr val="993300"/>
                </a:solidFill>
              </a:rPr>
              <a:t>State transition matrix</a:t>
            </a:r>
            <a:r>
              <a:rPr lang="en-US" altLang="de-DE" dirty="0"/>
              <a:t> : The probability of the weather given the previous day's weather.</a:t>
            </a:r>
            <a:r>
              <a:rPr lang="en-US" altLang="de-DE" sz="2400" dirty="0"/>
              <a:t> 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59983C38-7BAC-4E41-8AF3-A1BB77FD10EB}"/>
              </a:ext>
            </a:extLst>
          </p:cNvPr>
          <p:cNvSpPr/>
          <p:nvPr/>
        </p:nvSpPr>
        <p:spPr>
          <a:xfrm>
            <a:off x="157290" y="1438320"/>
            <a:ext cx="41233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de-DE" b="1" dirty="0">
                <a:solidFill>
                  <a:srgbClr val="993300"/>
                </a:solidFill>
              </a:rPr>
              <a:t>States</a:t>
            </a:r>
            <a:r>
              <a:rPr lang="en-US" altLang="de-DE" dirty="0"/>
              <a:t> : Three states - sunny, cloudy, rainy.</a:t>
            </a:r>
          </a:p>
        </p:txBody>
      </p:sp>
      <p:pic>
        <p:nvPicPr>
          <p:cNvPr id="55" name="Picture 8">
            <a:extLst>
              <a:ext uri="{FF2B5EF4-FFF2-40B4-BE49-F238E27FC236}">
                <a16:creationId xmlns:a16="http://schemas.microsoft.com/office/drawing/2014/main" id="{5D95BAA3-8563-4F37-A4C8-76B275982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5658" y="4569258"/>
            <a:ext cx="3276600" cy="1182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06EA6C6D-98AF-4805-94F9-00D32ECAF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72" y="2288742"/>
            <a:ext cx="5146765" cy="1445924"/>
          </a:xfrm>
          <a:prstGeom prst="rect">
            <a:avLst/>
          </a:prstGeom>
        </p:spPr>
      </p:pic>
      <p:sp>
        <p:nvSpPr>
          <p:cNvPr id="57" name="Text Box 10">
            <a:extLst>
              <a:ext uri="{FF2B5EF4-FFF2-40B4-BE49-F238E27FC236}">
                <a16:creationId xmlns:a16="http://schemas.microsoft.com/office/drawing/2014/main" id="{D0027CED-BE74-4591-A58E-A01E308DB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72" y="5751945"/>
            <a:ext cx="1073810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de-DE" sz="2000" b="1" dirty="0">
                <a:solidFill>
                  <a:srgbClr val="993300"/>
                </a:solidFill>
              </a:rPr>
              <a:t>Initial Distribution</a:t>
            </a:r>
            <a:r>
              <a:rPr lang="en-US" altLang="de-DE" sz="2000" dirty="0"/>
              <a:t> : Defining the probability of the system being in each of the states at time 0.</a:t>
            </a:r>
            <a:r>
              <a:rPr lang="en-US" altLang="de-DE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1493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86" name="Group 18">
            <a:extLst>
              <a:ext uri="{FF2B5EF4-FFF2-40B4-BE49-F238E27FC236}">
                <a16:creationId xmlns:a16="http://schemas.microsoft.com/office/drawing/2014/main" id="{F796989B-F6DE-4FD0-8AC2-E53A9E17838A}"/>
              </a:ext>
            </a:extLst>
          </p:cNvPr>
          <p:cNvGrpSpPr>
            <a:grpSpLocks/>
          </p:cNvGrpSpPr>
          <p:nvPr/>
        </p:nvGrpSpPr>
        <p:grpSpPr bwMode="auto">
          <a:xfrm>
            <a:off x="3401568" y="966216"/>
            <a:ext cx="4972050" cy="2046288"/>
            <a:chOff x="768" y="1200"/>
            <a:chExt cx="3132" cy="1289"/>
          </a:xfrm>
        </p:grpSpPr>
        <p:sp>
          <p:nvSpPr>
            <p:cNvPr id="7172" name="Oval 4">
              <a:extLst>
                <a:ext uri="{FF2B5EF4-FFF2-40B4-BE49-F238E27FC236}">
                  <a16:creationId xmlns:a16="http://schemas.microsoft.com/office/drawing/2014/main" id="{67943CDF-45FE-4BF3-8218-E8282BBDF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536"/>
              <a:ext cx="912" cy="52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7174" name="Text Box 6">
              <a:extLst>
                <a:ext uri="{FF2B5EF4-FFF2-40B4-BE49-F238E27FC236}">
                  <a16:creationId xmlns:a16="http://schemas.microsoft.com/office/drawing/2014/main" id="{5570EEBE-2D70-4F9B-A932-30B16B250E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8" y="1658"/>
              <a:ext cx="37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de-DE"/>
                <a:t>Rain</a:t>
              </a:r>
            </a:p>
          </p:txBody>
        </p:sp>
        <p:sp>
          <p:nvSpPr>
            <p:cNvPr id="7175" name="Oval 7">
              <a:extLst>
                <a:ext uri="{FF2B5EF4-FFF2-40B4-BE49-F238E27FC236}">
                  <a16:creationId xmlns:a16="http://schemas.microsoft.com/office/drawing/2014/main" id="{3F3789CC-6119-44B3-A63E-43BEC2019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1584"/>
              <a:ext cx="912" cy="52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7176" name="Text Box 8">
              <a:extLst>
                <a:ext uri="{FF2B5EF4-FFF2-40B4-BE49-F238E27FC236}">
                  <a16:creationId xmlns:a16="http://schemas.microsoft.com/office/drawing/2014/main" id="{1E21B591-F696-446B-A947-3BB8038509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680"/>
              <a:ext cx="32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de-DE" dirty="0"/>
                <a:t>Dry</a:t>
              </a:r>
            </a:p>
          </p:txBody>
        </p:sp>
        <p:cxnSp>
          <p:nvCxnSpPr>
            <p:cNvPr id="7177" name="AutoShape 9">
              <a:extLst>
                <a:ext uri="{FF2B5EF4-FFF2-40B4-BE49-F238E27FC236}">
                  <a16:creationId xmlns:a16="http://schemas.microsoft.com/office/drawing/2014/main" id="{7D6EE450-1B31-42B5-AD9C-1085C59B616C}"/>
                </a:ext>
              </a:extLst>
            </p:cNvPr>
            <p:cNvCxnSpPr>
              <a:cxnSpLocks noChangeShapeType="1"/>
              <a:stCxn id="7172" idx="7"/>
              <a:endCxn id="7175" idx="1"/>
            </p:cNvCxnSpPr>
            <p:nvPr/>
          </p:nvCxnSpPr>
          <p:spPr bwMode="auto">
            <a:xfrm rot="5400000" flipV="1">
              <a:off x="2304" y="903"/>
              <a:ext cx="48" cy="1468"/>
            </a:xfrm>
            <a:prstGeom prst="curvedConnector3">
              <a:avLst>
                <a:gd name="adj1" fmla="val -460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78" name="AutoShape 10">
              <a:extLst>
                <a:ext uri="{FF2B5EF4-FFF2-40B4-BE49-F238E27FC236}">
                  <a16:creationId xmlns:a16="http://schemas.microsoft.com/office/drawing/2014/main" id="{95097FCD-6B28-4084-82DE-82A9550CCE85}"/>
                </a:ext>
              </a:extLst>
            </p:cNvPr>
            <p:cNvCxnSpPr>
              <a:cxnSpLocks noChangeShapeType="1"/>
              <a:stCxn id="7175" idx="3"/>
              <a:endCxn id="7172" idx="5"/>
            </p:cNvCxnSpPr>
            <p:nvPr/>
          </p:nvCxnSpPr>
          <p:spPr bwMode="auto">
            <a:xfrm rot="16200000" flipV="1">
              <a:off x="2304" y="1277"/>
              <a:ext cx="48" cy="1468"/>
            </a:xfrm>
            <a:prstGeom prst="curvedConnector3">
              <a:avLst>
                <a:gd name="adj1" fmla="val -4604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80" name="AutoShape 12">
              <a:extLst>
                <a:ext uri="{FF2B5EF4-FFF2-40B4-BE49-F238E27FC236}">
                  <a16:creationId xmlns:a16="http://schemas.microsoft.com/office/drawing/2014/main" id="{3421A92F-7092-41A6-859A-2C847C2986A3}"/>
                </a:ext>
              </a:extLst>
            </p:cNvPr>
            <p:cNvCxnSpPr>
              <a:cxnSpLocks noChangeShapeType="1"/>
              <a:stCxn id="7172" idx="0"/>
              <a:endCxn id="7172" idx="2"/>
            </p:cNvCxnSpPr>
            <p:nvPr/>
          </p:nvCxnSpPr>
          <p:spPr bwMode="auto">
            <a:xfrm rot="16200000" flipH="1" flipV="1">
              <a:off x="912" y="1440"/>
              <a:ext cx="264" cy="456"/>
            </a:xfrm>
            <a:prstGeom prst="curvedConnector4">
              <a:avLst>
                <a:gd name="adj1" fmla="val -54546"/>
                <a:gd name="adj2" fmla="val 131579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81" name="AutoShape 13">
              <a:extLst>
                <a:ext uri="{FF2B5EF4-FFF2-40B4-BE49-F238E27FC236}">
                  <a16:creationId xmlns:a16="http://schemas.microsoft.com/office/drawing/2014/main" id="{ADFCDF5A-4D8E-43C1-9DE0-82D2E2D0BE5F}"/>
                </a:ext>
              </a:extLst>
            </p:cNvPr>
            <p:cNvCxnSpPr>
              <a:cxnSpLocks noChangeShapeType="1"/>
              <a:stCxn id="7175" idx="4"/>
              <a:endCxn id="7175" idx="6"/>
            </p:cNvCxnSpPr>
            <p:nvPr/>
          </p:nvCxnSpPr>
          <p:spPr bwMode="auto">
            <a:xfrm rot="5400000" flipH="1" flipV="1">
              <a:off x="3480" y="1752"/>
              <a:ext cx="264" cy="456"/>
            </a:xfrm>
            <a:prstGeom prst="curvedConnector4">
              <a:avLst>
                <a:gd name="adj1" fmla="val -54546"/>
                <a:gd name="adj2" fmla="val 131579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182" name="Text Box 14">
              <a:extLst>
                <a:ext uri="{FF2B5EF4-FFF2-40B4-BE49-F238E27FC236}">
                  <a16:creationId xmlns:a16="http://schemas.microsoft.com/office/drawing/2014/main" id="{7229496D-8835-4748-9802-67E2EBEC65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200"/>
              <a:ext cx="30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de-DE"/>
                <a:t>0.7</a:t>
              </a:r>
            </a:p>
          </p:txBody>
        </p:sp>
        <p:sp>
          <p:nvSpPr>
            <p:cNvPr id="7183" name="Text Box 15">
              <a:extLst>
                <a:ext uri="{FF2B5EF4-FFF2-40B4-BE49-F238E27FC236}">
                  <a16:creationId xmlns:a16="http://schemas.microsoft.com/office/drawing/2014/main" id="{6E99A620-5D39-4104-A0E6-B4B9782B27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200"/>
              <a:ext cx="30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de-DE"/>
                <a:t>0.3</a:t>
              </a:r>
            </a:p>
          </p:txBody>
        </p:sp>
        <p:sp>
          <p:nvSpPr>
            <p:cNvPr id="7184" name="Text Box 16">
              <a:extLst>
                <a:ext uri="{FF2B5EF4-FFF2-40B4-BE49-F238E27FC236}">
                  <a16:creationId xmlns:a16="http://schemas.microsoft.com/office/drawing/2014/main" id="{0652869D-745A-412F-AC69-2BE5C49EAF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2256"/>
              <a:ext cx="30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de-DE"/>
                <a:t>0.2</a:t>
              </a:r>
            </a:p>
          </p:txBody>
        </p:sp>
        <p:sp>
          <p:nvSpPr>
            <p:cNvPr id="7185" name="Text Box 17">
              <a:extLst>
                <a:ext uri="{FF2B5EF4-FFF2-40B4-BE49-F238E27FC236}">
                  <a16:creationId xmlns:a16="http://schemas.microsoft.com/office/drawing/2014/main" id="{20E31273-F615-4FF6-BF1D-1ACBC1E7C1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256"/>
              <a:ext cx="30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de-DE"/>
                <a:t>0.8</a:t>
              </a:r>
            </a:p>
          </p:txBody>
        </p:sp>
      </p:grpSp>
      <p:sp>
        <p:nvSpPr>
          <p:cNvPr id="7188" name="Text Box 20">
            <a:extLst>
              <a:ext uri="{FF2B5EF4-FFF2-40B4-BE49-F238E27FC236}">
                <a16:creationId xmlns:a16="http://schemas.microsoft.com/office/drawing/2014/main" id="{8CC57A37-9A62-4701-A665-163446FAE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536" y="3733800"/>
            <a:ext cx="11073384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altLang="de-DE"/>
              <a:t> Two states : ‘Rain’ and ‘Dry’.</a:t>
            </a:r>
          </a:p>
          <a:p>
            <a:pPr>
              <a:buFontTx/>
              <a:buChar char="•"/>
            </a:pPr>
            <a:r>
              <a:rPr lang="en-US" altLang="de-DE"/>
              <a:t> Transition probabilities: </a:t>
            </a:r>
            <a:r>
              <a:rPr lang="en-US" altLang="de-DE" sz="3200"/>
              <a:t>P(</a:t>
            </a:r>
            <a:r>
              <a:rPr lang="en-US" altLang="de-DE"/>
              <a:t>‘Rain’|‘Rain’</a:t>
            </a:r>
            <a:r>
              <a:rPr lang="en-US" altLang="de-DE" sz="3200"/>
              <a:t>)</a:t>
            </a:r>
            <a:r>
              <a:rPr lang="en-US" altLang="de-DE"/>
              <a:t>=0.3 , </a:t>
            </a:r>
            <a:r>
              <a:rPr lang="en-US" altLang="de-DE" sz="3200"/>
              <a:t>P(</a:t>
            </a:r>
            <a:r>
              <a:rPr lang="en-US" altLang="de-DE"/>
              <a:t>‘Dry’|‘Rain’</a:t>
            </a:r>
            <a:r>
              <a:rPr lang="en-US" altLang="de-DE" sz="3200"/>
              <a:t>)</a:t>
            </a:r>
            <a:r>
              <a:rPr lang="en-US" altLang="de-DE"/>
              <a:t>=0.7 , </a:t>
            </a:r>
            <a:r>
              <a:rPr lang="en-US" altLang="de-DE" sz="3200"/>
              <a:t>P(</a:t>
            </a:r>
            <a:r>
              <a:rPr lang="en-US" altLang="de-DE"/>
              <a:t>‘Rain’|‘Dry’</a:t>
            </a:r>
            <a:r>
              <a:rPr lang="en-US" altLang="de-DE" sz="3200"/>
              <a:t>)</a:t>
            </a:r>
            <a:r>
              <a:rPr lang="en-US" altLang="de-DE"/>
              <a:t>=0.2, </a:t>
            </a:r>
            <a:r>
              <a:rPr lang="en-US" altLang="de-DE" sz="3200"/>
              <a:t>P(</a:t>
            </a:r>
            <a:r>
              <a:rPr lang="en-US" altLang="de-DE"/>
              <a:t>‘Dry’|‘Dry’</a:t>
            </a:r>
            <a:r>
              <a:rPr lang="en-US" altLang="de-DE" sz="3200"/>
              <a:t>)</a:t>
            </a:r>
            <a:r>
              <a:rPr lang="en-US" altLang="de-DE"/>
              <a:t>=0.8</a:t>
            </a:r>
          </a:p>
          <a:p>
            <a:pPr>
              <a:buFontTx/>
              <a:buChar char="•"/>
            </a:pPr>
            <a:r>
              <a:rPr lang="en-US" altLang="de-DE"/>
              <a:t> Initial probabilities: say </a:t>
            </a:r>
            <a:r>
              <a:rPr lang="en-US" altLang="de-DE" sz="3200"/>
              <a:t>P(</a:t>
            </a:r>
            <a:r>
              <a:rPr lang="en-US" altLang="de-DE"/>
              <a:t>‘Rain’</a:t>
            </a:r>
            <a:r>
              <a:rPr lang="en-US" altLang="de-DE" sz="3200"/>
              <a:t>)</a:t>
            </a:r>
            <a:r>
              <a:rPr lang="en-US" altLang="de-DE"/>
              <a:t>=0.4 , </a:t>
            </a:r>
            <a:r>
              <a:rPr lang="en-US" altLang="de-DE" sz="3200"/>
              <a:t>P(</a:t>
            </a:r>
            <a:r>
              <a:rPr lang="en-US" altLang="de-DE"/>
              <a:t>‘Dry’</a:t>
            </a:r>
            <a:r>
              <a:rPr lang="en-US" altLang="de-DE" sz="3200"/>
              <a:t>)</a:t>
            </a:r>
            <a:r>
              <a:rPr lang="en-US" altLang="de-DE"/>
              <a:t>=0.6 .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CF6FE5F7-EF36-4BA7-AA7D-61465FFA05B2}"/>
              </a:ext>
            </a:extLst>
          </p:cNvPr>
          <p:cNvSpPr/>
          <p:nvPr/>
        </p:nvSpPr>
        <p:spPr>
          <a:xfrm>
            <a:off x="0" y="0"/>
            <a:ext cx="12192000" cy="48768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b="1" dirty="0"/>
              <a:t>Hidden Markov </a:t>
            </a:r>
            <a:r>
              <a:rPr lang="de-DE" b="1" dirty="0" err="1"/>
              <a:t>Introduction</a:t>
            </a:r>
            <a:r>
              <a:rPr lang="de-DE" b="1" dirty="0"/>
              <a:t> 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FE81D55-6B34-4D70-A16E-8E71E3E61641}"/>
              </a:ext>
            </a:extLst>
          </p:cNvPr>
          <p:cNvSpPr/>
          <p:nvPr/>
        </p:nvSpPr>
        <p:spPr>
          <a:xfrm>
            <a:off x="0" y="6370320"/>
            <a:ext cx="12192000" cy="4876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solidFill>
                  <a:schemeClr val="tx1"/>
                </a:solidFill>
              </a:rPr>
              <a:t>FDP on Artificial Intelligence in Health Science (03rd – 07th May 2021)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60ECAF6-E8BA-423B-88AF-C2EC8455C244}"/>
              </a:ext>
            </a:extLst>
          </p:cNvPr>
          <p:cNvSpPr txBox="1"/>
          <p:nvPr/>
        </p:nvSpPr>
        <p:spPr>
          <a:xfrm>
            <a:off x="10154195" y="6460271"/>
            <a:ext cx="203780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de-DE" sz="1400" dirty="0"/>
              <a:t>Y. Kasmi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04AAD610-CE9E-4660-8501-0395AFBB7D7A}"/>
              </a:ext>
            </a:extLst>
          </p:cNvPr>
          <p:cNvSpPr/>
          <p:nvPr/>
        </p:nvSpPr>
        <p:spPr>
          <a:xfrm>
            <a:off x="0" y="0"/>
            <a:ext cx="12192000" cy="48768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b="1" dirty="0"/>
              <a:t>Hidden Markov </a:t>
            </a:r>
            <a:r>
              <a:rPr lang="de-DE" b="1" dirty="0" err="1"/>
              <a:t>Introduction</a:t>
            </a:r>
            <a:r>
              <a:rPr lang="de-DE" b="1" dirty="0"/>
              <a:t> 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549DF05-ADD6-4C66-8B82-9361E9729FF9}"/>
              </a:ext>
            </a:extLst>
          </p:cNvPr>
          <p:cNvSpPr/>
          <p:nvPr/>
        </p:nvSpPr>
        <p:spPr>
          <a:xfrm>
            <a:off x="0" y="6370320"/>
            <a:ext cx="12192000" cy="4876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solidFill>
                  <a:schemeClr val="tx1"/>
                </a:solidFill>
              </a:rPr>
              <a:t>FDP on Artificial Intelligence in Health Science (03rd – 07th May 2021)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AF96935-4742-4DE3-BFB4-F676BAF357EB}"/>
              </a:ext>
            </a:extLst>
          </p:cNvPr>
          <p:cNvSpPr txBox="1"/>
          <p:nvPr/>
        </p:nvSpPr>
        <p:spPr>
          <a:xfrm>
            <a:off x="10154195" y="6460271"/>
            <a:ext cx="203780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de-DE" sz="1400" dirty="0"/>
              <a:t>Y. Kasmi</a:t>
            </a: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4AF0EC12-AA6E-4BBC-B90E-5CDF16841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9946" y="661304"/>
            <a:ext cx="5937606" cy="3692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 Box 4">
            <a:extLst>
              <a:ext uri="{FF2B5EF4-FFF2-40B4-BE49-F238E27FC236}">
                <a16:creationId xmlns:a16="http://schemas.microsoft.com/office/drawing/2014/main" id="{12A50E14-64C5-45F9-9296-13F0B7F8C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684" y="4527190"/>
            <a:ext cx="11914632" cy="122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de-DE" sz="2000" b="1" dirty="0">
                <a:solidFill>
                  <a:srgbClr val="993300"/>
                </a:solidFill>
              </a:rPr>
              <a:t>Hidden states</a:t>
            </a:r>
            <a:r>
              <a:rPr lang="en-US" altLang="de-DE" sz="2000" dirty="0"/>
              <a:t> : the (TRUE) states of a system that may be described by a Markov process (e.g., the weather). 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de-DE" sz="2000" b="1" dirty="0">
                <a:solidFill>
                  <a:srgbClr val="993300"/>
                </a:solidFill>
              </a:rPr>
              <a:t>Observable states</a:t>
            </a:r>
            <a:r>
              <a:rPr lang="en-US" altLang="de-DE" sz="2000" dirty="0"/>
              <a:t> : the states of the process that are `visible' (e.g., seaweed dampness). </a:t>
            </a:r>
          </a:p>
          <a:p>
            <a:pPr algn="ctr">
              <a:spcBef>
                <a:spcPct val="50000"/>
              </a:spcBef>
            </a:pPr>
            <a:endParaRPr lang="en-US" altLang="de-DE" sz="1400" dirty="0"/>
          </a:p>
        </p:txBody>
      </p:sp>
    </p:spTree>
    <p:extLst>
      <p:ext uri="{BB962C8B-B14F-4D97-AF65-F5344CB8AC3E}">
        <p14:creationId xmlns:p14="http://schemas.microsoft.com/office/powerpoint/2010/main" val="2282039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F60E68F1-F3EA-4ED9-8AAF-A6D3CBC19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DE25-E7F7-4A39-B3B9-EC3B84EBA926}" type="slidenum">
              <a:rPr lang="en-US" altLang="de-DE"/>
              <a:pPr/>
              <a:t>8</a:t>
            </a:fld>
            <a:endParaRPr lang="en-US" altLang="de-DE"/>
          </a:p>
        </p:txBody>
      </p:sp>
      <p:pic>
        <p:nvPicPr>
          <p:cNvPr id="95236" name="Picture 4">
            <a:extLst>
              <a:ext uri="{FF2B5EF4-FFF2-40B4-BE49-F238E27FC236}">
                <a16:creationId xmlns:a16="http://schemas.microsoft.com/office/drawing/2014/main" id="{388249E1-3BEE-4ED8-BB90-6E7160E9E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8232" y="626999"/>
            <a:ext cx="5715000" cy="2478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5235" name="Text Box 3">
            <a:extLst>
              <a:ext uri="{FF2B5EF4-FFF2-40B4-BE49-F238E27FC236}">
                <a16:creationId xmlns:a16="http://schemas.microsoft.com/office/drawing/2014/main" id="{64CDF706-36EF-45FB-B5B9-8242B9B5A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004" y="3621025"/>
            <a:ext cx="11365992" cy="2849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de-DE" sz="2000" b="1" dirty="0">
                <a:solidFill>
                  <a:srgbClr val="993300"/>
                </a:solidFill>
              </a:rPr>
              <a:t>Output matrix</a:t>
            </a:r>
            <a:r>
              <a:rPr lang="en-US" altLang="de-DE" sz="2000" dirty="0"/>
              <a:t> : containing the probability of observing a particular observable state given that the hidden model is in a particular hidden state. 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de-DE" sz="2000" b="1" dirty="0">
                <a:solidFill>
                  <a:srgbClr val="993300"/>
                </a:solidFill>
              </a:rPr>
              <a:t>Initial Distribution</a:t>
            </a:r>
            <a:r>
              <a:rPr lang="en-US" altLang="de-DE" sz="2000" dirty="0"/>
              <a:t> : contains the probability of the (hidden) model being in a particular hidden state at time t = 1. 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de-DE" sz="2000" b="1" dirty="0">
                <a:solidFill>
                  <a:srgbClr val="993300"/>
                </a:solidFill>
              </a:rPr>
              <a:t>State transition matrix</a:t>
            </a:r>
            <a:r>
              <a:rPr lang="en-US" altLang="de-DE" sz="2000" dirty="0"/>
              <a:t> : holding the probability of a hidden state given the previous hidden state. 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endParaRPr lang="en-US" altLang="de-DE" sz="2000" dirty="0"/>
          </a:p>
          <a:p>
            <a:pPr>
              <a:spcBef>
                <a:spcPct val="50000"/>
              </a:spcBef>
            </a:pPr>
            <a:endParaRPr lang="en-US" altLang="de-DE" sz="2000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F5D7592-17C0-4966-AA32-85A2F6CFE151}"/>
              </a:ext>
            </a:extLst>
          </p:cNvPr>
          <p:cNvSpPr/>
          <p:nvPr/>
        </p:nvSpPr>
        <p:spPr>
          <a:xfrm>
            <a:off x="0" y="0"/>
            <a:ext cx="12192000" cy="48768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b="1" dirty="0"/>
              <a:t>Hidden Markov </a:t>
            </a:r>
            <a:r>
              <a:rPr lang="de-DE" b="1" dirty="0" err="1"/>
              <a:t>Introduction</a:t>
            </a:r>
            <a:r>
              <a:rPr lang="de-DE" b="1" dirty="0"/>
              <a:t>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845A7DA-4F1B-4264-A9B4-8B2F5A7C4273}"/>
              </a:ext>
            </a:extLst>
          </p:cNvPr>
          <p:cNvSpPr/>
          <p:nvPr/>
        </p:nvSpPr>
        <p:spPr>
          <a:xfrm>
            <a:off x="0" y="6370320"/>
            <a:ext cx="12192000" cy="4876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solidFill>
                  <a:schemeClr val="tx1"/>
                </a:solidFill>
              </a:rPr>
              <a:t>FDP on Artificial Intelligence in Health Science (03rd – 07th May 2021)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74BD65F-CD97-495D-B27D-2472BF770019}"/>
              </a:ext>
            </a:extLst>
          </p:cNvPr>
          <p:cNvSpPr txBox="1"/>
          <p:nvPr/>
        </p:nvSpPr>
        <p:spPr>
          <a:xfrm>
            <a:off x="10154195" y="6460271"/>
            <a:ext cx="203780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de-DE" sz="1400" dirty="0"/>
              <a:t>Y. Kasmi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04AAD610-CE9E-4660-8501-0395AFBB7D7A}"/>
              </a:ext>
            </a:extLst>
          </p:cNvPr>
          <p:cNvSpPr/>
          <p:nvPr/>
        </p:nvSpPr>
        <p:spPr>
          <a:xfrm>
            <a:off x="0" y="0"/>
            <a:ext cx="12192000" cy="48768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b="1" dirty="0"/>
              <a:t>Hidden Markov </a:t>
            </a:r>
            <a:r>
              <a:rPr lang="de-DE" b="1" dirty="0" err="1"/>
              <a:t>Introduction</a:t>
            </a:r>
            <a:r>
              <a:rPr lang="de-DE" b="1" dirty="0"/>
              <a:t> 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549DF05-ADD6-4C66-8B82-9361E9729FF9}"/>
              </a:ext>
            </a:extLst>
          </p:cNvPr>
          <p:cNvSpPr/>
          <p:nvPr/>
        </p:nvSpPr>
        <p:spPr>
          <a:xfrm>
            <a:off x="0" y="6370320"/>
            <a:ext cx="12192000" cy="4876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solidFill>
                  <a:schemeClr val="tx1"/>
                </a:solidFill>
              </a:rPr>
              <a:t>FDP on Artificial Intelligence in Health Science (03rd – 07th May 2021)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AF96935-4742-4DE3-BFB4-F676BAF357EB}"/>
              </a:ext>
            </a:extLst>
          </p:cNvPr>
          <p:cNvSpPr txBox="1"/>
          <p:nvPr/>
        </p:nvSpPr>
        <p:spPr>
          <a:xfrm>
            <a:off x="10154195" y="6460271"/>
            <a:ext cx="203780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de-DE" sz="1400" dirty="0"/>
              <a:t>Y. Kasmi</a:t>
            </a:r>
          </a:p>
        </p:txBody>
      </p:sp>
    </p:spTree>
    <p:extLst>
      <p:ext uri="{BB962C8B-B14F-4D97-AF65-F5344CB8AC3E}">
        <p14:creationId xmlns:p14="http://schemas.microsoft.com/office/powerpoint/2010/main" val="3952717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ssion 4: Academic/Industry Panel on Strain Development | AIChE">
            <a:extLst>
              <a:ext uri="{FF2B5EF4-FFF2-40B4-BE49-F238E27FC236}">
                <a16:creationId xmlns:a16="http://schemas.microsoft.com/office/drawing/2014/main" id="{98073322-B43C-4D0F-9E6C-ABADDF8B3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8928" y="0"/>
            <a:ext cx="705307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A652B614-7344-4239-AB95-F14AFA6D6786}"/>
              </a:ext>
            </a:extLst>
          </p:cNvPr>
          <p:cNvSpPr txBox="1"/>
          <p:nvPr/>
        </p:nvSpPr>
        <p:spPr>
          <a:xfrm>
            <a:off x="466344" y="1322749"/>
            <a:ext cx="43159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HMM and Human Genome </a:t>
            </a:r>
            <a:r>
              <a:rPr lang="de-DE" sz="2800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methylation</a:t>
            </a:r>
            <a:endParaRPr lang="de-DE" sz="28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7423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93CBD9-8C02-43FC-8109-661BB351BE58}"/>
              </a:ext>
            </a:extLst>
          </p:cNvPr>
          <p:cNvSpPr/>
          <p:nvPr/>
        </p:nvSpPr>
        <p:spPr>
          <a:xfrm>
            <a:off x="0" y="0"/>
            <a:ext cx="12192000" cy="4240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Biological Background</a:t>
            </a:r>
          </a:p>
        </p:txBody>
      </p:sp>
      <p:pic>
        <p:nvPicPr>
          <p:cNvPr id="4098" name="Picture 2" descr="Related image">
            <a:extLst>
              <a:ext uri="{FF2B5EF4-FFF2-40B4-BE49-F238E27FC236}">
                <a16:creationId xmlns:a16="http://schemas.microsoft.com/office/drawing/2014/main" id="{8261B6D1-6F79-432C-899B-5E013A36F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424070"/>
            <a:ext cx="12191999" cy="6436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4115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cancerres.aacrjournals.org/content/canres/76/12/3446/F1.large.jpg?width=800&amp;height=600&amp;carousel=1">
            <a:extLst>
              <a:ext uri="{FF2B5EF4-FFF2-40B4-BE49-F238E27FC236}">
                <a16:creationId xmlns:a16="http://schemas.microsoft.com/office/drawing/2014/main" id="{A2A09F67-1BF7-45A0-AB2D-2EFFC0C2D2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1" t="1932" r="1166"/>
          <a:stretch/>
        </p:blipFill>
        <p:spPr bwMode="auto">
          <a:xfrm>
            <a:off x="0" y="437322"/>
            <a:ext cx="12192000" cy="6341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10C7A9F-A092-4D72-9E6B-6AAA5059BF71}"/>
              </a:ext>
            </a:extLst>
          </p:cNvPr>
          <p:cNvSpPr/>
          <p:nvPr/>
        </p:nvSpPr>
        <p:spPr>
          <a:xfrm>
            <a:off x="0" y="0"/>
            <a:ext cx="12192000" cy="4240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Biological Background</a:t>
            </a:r>
          </a:p>
        </p:txBody>
      </p:sp>
      <p:pic>
        <p:nvPicPr>
          <p:cNvPr id="2052" name="Picture 4" descr="Image result for dna methylation transparent">
            <a:extLst>
              <a:ext uri="{FF2B5EF4-FFF2-40B4-BE49-F238E27FC236}">
                <a16:creationId xmlns:a16="http://schemas.microsoft.com/office/drawing/2014/main" id="{526A7D25-2522-4D3A-9D46-0955E5630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162" y="603904"/>
            <a:ext cx="2343444" cy="107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 result for dna methylation transparent">
            <a:extLst>
              <a:ext uri="{FF2B5EF4-FFF2-40B4-BE49-F238E27FC236}">
                <a16:creationId xmlns:a16="http://schemas.microsoft.com/office/drawing/2014/main" id="{1B431132-615C-42F0-AD99-DD9240C17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1212" y="424070"/>
            <a:ext cx="2857500" cy="143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794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93CBD9-8C02-43FC-8109-661BB351BE58}"/>
              </a:ext>
            </a:extLst>
          </p:cNvPr>
          <p:cNvSpPr/>
          <p:nvPr/>
        </p:nvSpPr>
        <p:spPr>
          <a:xfrm>
            <a:off x="0" y="0"/>
            <a:ext cx="12192000" cy="4240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Computational Analysis of Methylation</a:t>
            </a:r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EE9F469D-9D19-4FB7-B0D8-9086D0A176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9233829"/>
              </p:ext>
            </p:extLst>
          </p:nvPr>
        </p:nvGraphicFramePr>
        <p:xfrm>
          <a:off x="1748650" y="1121448"/>
          <a:ext cx="9324734" cy="4931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651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93CBD9-8C02-43FC-8109-661BB351BE58}"/>
              </a:ext>
            </a:extLst>
          </p:cNvPr>
          <p:cNvSpPr/>
          <p:nvPr/>
        </p:nvSpPr>
        <p:spPr>
          <a:xfrm>
            <a:off x="0" y="0"/>
            <a:ext cx="12192000" cy="4240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Computational Analysis of Methylation</a:t>
            </a:r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EE9F469D-9D19-4FB7-B0D8-9086D0A1766C}"/>
              </a:ext>
            </a:extLst>
          </p:cNvPr>
          <p:cNvGraphicFramePr/>
          <p:nvPr>
            <p:extLst/>
          </p:nvPr>
        </p:nvGraphicFramePr>
        <p:xfrm>
          <a:off x="1748650" y="1121448"/>
          <a:ext cx="9324734" cy="4931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 descr="Detection of differentially methylated regions from bisulfite-seq data by  hidden Markov models incorporating genome-wide methylation level  distributions | BMC Genomics | Full Text">
            <a:extLst>
              <a:ext uri="{FF2B5EF4-FFF2-40B4-BE49-F238E27FC236}">
                <a16:creationId xmlns:a16="http://schemas.microsoft.com/office/drawing/2014/main" id="{9E44EEA0-C0F6-4826-8958-11AF01216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650" y="2363628"/>
            <a:ext cx="3272282" cy="4256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4150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93CBD9-8C02-43FC-8109-661BB351BE58}"/>
              </a:ext>
            </a:extLst>
          </p:cNvPr>
          <p:cNvSpPr/>
          <p:nvPr/>
        </p:nvSpPr>
        <p:spPr>
          <a:xfrm>
            <a:off x="0" y="0"/>
            <a:ext cx="12192000" cy="4240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Computational Model</a:t>
            </a:r>
          </a:p>
        </p:txBody>
      </p:sp>
      <p:pic>
        <p:nvPicPr>
          <p:cNvPr id="9" name="Picture 2" descr="CpG Island Identification with Hidden Markov Models">
            <a:extLst>
              <a:ext uri="{FF2B5EF4-FFF2-40B4-BE49-F238E27FC236}">
                <a16:creationId xmlns:a16="http://schemas.microsoft.com/office/drawing/2014/main" id="{81D163CA-4649-4C28-9D44-FE2EA28F56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" t="27152" r="1498" b="10718"/>
          <a:stretch/>
        </p:blipFill>
        <p:spPr bwMode="auto">
          <a:xfrm>
            <a:off x="210311" y="716678"/>
            <a:ext cx="5576918" cy="2701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idden Markov Models">
            <a:extLst>
              <a:ext uri="{FF2B5EF4-FFF2-40B4-BE49-F238E27FC236}">
                <a16:creationId xmlns:a16="http://schemas.microsoft.com/office/drawing/2014/main" id="{0D2CA5FC-E164-432A-99EE-6CE44C787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208" y="3215259"/>
            <a:ext cx="6678327" cy="3489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6828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93CBD9-8C02-43FC-8109-661BB351BE58}"/>
              </a:ext>
            </a:extLst>
          </p:cNvPr>
          <p:cNvSpPr/>
          <p:nvPr/>
        </p:nvSpPr>
        <p:spPr>
          <a:xfrm>
            <a:off x="0" y="0"/>
            <a:ext cx="12192000" cy="4240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Computational Model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969B3D5-D4D7-41EE-8572-1C494DF2786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3653059" y="2296763"/>
            <a:ext cx="8313076" cy="9475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3877B0-141C-45E7-BCA7-783356687910}"/>
              </a:ext>
            </a:extLst>
          </p:cNvPr>
          <p:cNvSpPr/>
          <p:nvPr/>
        </p:nvSpPr>
        <p:spPr>
          <a:xfrm>
            <a:off x="225865" y="3244334"/>
            <a:ext cx="56630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MR12"/>
              </a:rPr>
              <a:t>where </a:t>
            </a:r>
            <a:r>
              <a:rPr lang="en-US" dirty="0" err="1">
                <a:latin typeface="CMMI12"/>
              </a:rPr>
              <a:t>a</a:t>
            </a:r>
            <a:r>
              <a:rPr lang="en-US" sz="1050" b="0" i="0" u="none" strike="noStrike" baseline="0" dirty="0" err="1">
                <a:latin typeface="CMMI8"/>
              </a:rPr>
              <a:t>ij</a:t>
            </a:r>
            <a:r>
              <a:rPr lang="en-US" sz="1050" b="0" i="0" u="none" strike="noStrike" baseline="0" dirty="0">
                <a:latin typeface="CMMI8"/>
              </a:rPr>
              <a:t> </a:t>
            </a:r>
            <a:r>
              <a:rPr lang="en-US" dirty="0">
                <a:latin typeface="CMR12"/>
              </a:rPr>
              <a:t>is the probability of transition between the states</a:t>
            </a:r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AB9E2DD-D446-4009-B466-A6D87719E89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20000" contrast="40000"/>
          </a:blip>
          <a:stretch>
            <a:fillRect/>
          </a:stretch>
        </p:blipFill>
        <p:spPr>
          <a:xfrm>
            <a:off x="3404139" y="4199806"/>
            <a:ext cx="8561996" cy="82413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5D1CC8-89E2-4663-AF04-88AEAA5D3D95}"/>
              </a:ext>
            </a:extLst>
          </p:cNvPr>
          <p:cNvSpPr/>
          <p:nvPr/>
        </p:nvSpPr>
        <p:spPr>
          <a:xfrm>
            <a:off x="415461" y="5117027"/>
            <a:ext cx="113610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MMI12"/>
              </a:rPr>
              <a:t>e</a:t>
            </a:r>
            <a:r>
              <a:rPr lang="en-US" sz="1050" b="0" i="0" u="none" strike="noStrike" baseline="0" dirty="0">
                <a:latin typeface="CMMI8"/>
              </a:rPr>
              <a:t>l</a:t>
            </a:r>
            <a:r>
              <a:rPr lang="en-US" dirty="0">
                <a:latin typeface="CMR12"/>
              </a:rPr>
              <a:t>(</a:t>
            </a:r>
            <a:r>
              <a:rPr lang="en-US" dirty="0" err="1">
                <a:latin typeface="CMMI12"/>
              </a:rPr>
              <a:t>i</a:t>
            </a:r>
            <a:r>
              <a:rPr lang="en-US" dirty="0">
                <a:latin typeface="CMMI12"/>
              </a:rPr>
              <a:t>) </a:t>
            </a:r>
            <a:r>
              <a:rPr lang="en-US" dirty="0">
                <a:latin typeface="CMR12"/>
              </a:rPr>
              <a:t>the probability to observe element </a:t>
            </a:r>
            <a:r>
              <a:rPr lang="en-US" dirty="0" err="1">
                <a:latin typeface="CMMI12"/>
              </a:rPr>
              <a:t>i</a:t>
            </a:r>
            <a:r>
              <a:rPr lang="en-US" dirty="0">
                <a:latin typeface="CMR12"/>
              </a:rPr>
              <a:t>(strands for C or G) in state </a:t>
            </a:r>
            <a:r>
              <a:rPr lang="en-US" sz="800" b="0" i="0" u="none" strike="noStrike" baseline="0" dirty="0">
                <a:latin typeface="CMSS8"/>
              </a:rPr>
              <a:t> </a:t>
            </a:r>
            <a:r>
              <a:rPr lang="en-US" dirty="0">
                <a:latin typeface="CMMI12"/>
              </a:rPr>
              <a:t>l </a:t>
            </a:r>
            <a:r>
              <a:rPr lang="en-US" dirty="0">
                <a:latin typeface="CMR12"/>
              </a:rPr>
              <a:t>; </a:t>
            </a:r>
            <a:r>
              <a:rPr lang="en-US" dirty="0">
                <a:latin typeface="CMMI12"/>
              </a:rPr>
              <a:t>p</a:t>
            </a:r>
            <a:r>
              <a:rPr lang="en-US" sz="1050" b="0" i="0" u="none" strike="noStrike" baseline="0" dirty="0">
                <a:latin typeface="CMMI8"/>
              </a:rPr>
              <a:t>k</a:t>
            </a:r>
            <a:r>
              <a:rPr lang="en-US" dirty="0">
                <a:latin typeface="CMR12"/>
              </a:rPr>
              <a:t>(</a:t>
            </a:r>
            <a:r>
              <a:rPr lang="en-US" dirty="0">
                <a:latin typeface="CMMI12"/>
              </a:rPr>
              <a:t>j; x</a:t>
            </a:r>
            <a:r>
              <a:rPr lang="en-US" dirty="0">
                <a:latin typeface="CMSY10"/>
              </a:rPr>
              <a:t>􀀀</a:t>
            </a:r>
            <a:r>
              <a:rPr lang="en-US" dirty="0">
                <a:latin typeface="CMR12"/>
              </a:rPr>
              <a:t>1) is the probability of the most probable path ending at position</a:t>
            </a:r>
            <a:r>
              <a:rPr lang="en-US" sz="800" b="0" i="0" u="none" strike="noStrike" baseline="0" dirty="0">
                <a:latin typeface="CMSS8"/>
              </a:rPr>
              <a:t> </a:t>
            </a:r>
            <a:r>
              <a:rPr lang="en-US" dirty="0">
                <a:latin typeface="CMMI12"/>
              </a:rPr>
              <a:t>x-</a:t>
            </a:r>
            <a:r>
              <a:rPr lang="en-US" dirty="0">
                <a:latin typeface="CMR12"/>
              </a:rPr>
              <a:t>1 in state </a:t>
            </a:r>
            <a:r>
              <a:rPr lang="en-US" dirty="0">
                <a:latin typeface="CMMI12"/>
              </a:rPr>
              <a:t>k </a:t>
            </a:r>
            <a:r>
              <a:rPr lang="en-US" dirty="0">
                <a:latin typeface="CMR12"/>
              </a:rPr>
              <a:t>with element </a:t>
            </a:r>
            <a:r>
              <a:rPr lang="en-US" dirty="0">
                <a:latin typeface="CMMI12"/>
              </a:rPr>
              <a:t>j</a:t>
            </a:r>
            <a:r>
              <a:rPr lang="en-US" dirty="0">
                <a:latin typeface="CMR12"/>
              </a:rPr>
              <a:t>; </a:t>
            </a:r>
            <a:r>
              <a:rPr lang="en-US" dirty="0" err="1">
                <a:latin typeface="CMMI12"/>
              </a:rPr>
              <a:t>p</a:t>
            </a:r>
            <a:r>
              <a:rPr lang="en-US" sz="1050" b="0" i="0" u="none" strike="noStrike" baseline="0" dirty="0" err="1">
                <a:latin typeface="CMMI8"/>
              </a:rPr>
              <a:t>k</a:t>
            </a:r>
            <a:r>
              <a:rPr lang="en-US" dirty="0" err="1">
                <a:latin typeface="CMMI12"/>
              </a:rPr>
              <a:t>l</a:t>
            </a:r>
            <a:r>
              <a:rPr lang="en-US" dirty="0">
                <a:latin typeface="CMMI12"/>
              </a:rPr>
              <a:t> </a:t>
            </a:r>
            <a:r>
              <a:rPr lang="en-US" dirty="0">
                <a:latin typeface="CMR12"/>
              </a:rPr>
              <a:t>is the probability of the transition from state </a:t>
            </a:r>
            <a:r>
              <a:rPr lang="en-US" dirty="0">
                <a:latin typeface="CMMI12"/>
              </a:rPr>
              <a:t>l </a:t>
            </a:r>
            <a:r>
              <a:rPr lang="en-US" dirty="0">
                <a:latin typeface="CMR12"/>
              </a:rPr>
              <a:t>to state </a:t>
            </a:r>
            <a:r>
              <a:rPr lang="en-US" dirty="0">
                <a:latin typeface="CMMI12"/>
              </a:rPr>
              <a:t>k</a:t>
            </a:r>
            <a:r>
              <a:rPr lang="en-US" dirty="0">
                <a:latin typeface="CMR12"/>
              </a:rPr>
              <a:t>.</a:t>
            </a:r>
            <a:endParaRPr lang="en-US" dirty="0"/>
          </a:p>
        </p:txBody>
      </p:sp>
      <p:pic>
        <p:nvPicPr>
          <p:cNvPr id="5122" name="Picture 2" descr="Image result for methylation DNA sequence">
            <a:extLst>
              <a:ext uri="{FF2B5EF4-FFF2-40B4-BE49-F238E27FC236}">
                <a16:creationId xmlns:a16="http://schemas.microsoft.com/office/drawing/2014/main" id="{15846106-236C-4645-AA82-88444BA606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793"/>
          <a:stretch/>
        </p:blipFill>
        <p:spPr bwMode="auto">
          <a:xfrm>
            <a:off x="1482436" y="830342"/>
            <a:ext cx="8714509" cy="1373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1140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943AF07-EBCD-4C77-BC3C-77BAFB42A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75" y="540069"/>
            <a:ext cx="5395233" cy="340499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6D35960-8365-4FC7-AB24-66FE74E37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111" y="2633472"/>
            <a:ext cx="5743653" cy="340499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5981197-04A8-4F72-BDBE-15AB33B6174A}"/>
              </a:ext>
            </a:extLst>
          </p:cNvPr>
          <p:cNvSpPr/>
          <p:nvPr/>
        </p:nvSpPr>
        <p:spPr>
          <a:xfrm>
            <a:off x="0" y="0"/>
            <a:ext cx="12192000" cy="4240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Computational Model</a:t>
            </a:r>
          </a:p>
        </p:txBody>
      </p:sp>
    </p:spTree>
    <p:extLst>
      <p:ext uri="{BB962C8B-B14F-4D97-AF65-F5344CB8AC3E}">
        <p14:creationId xmlns:p14="http://schemas.microsoft.com/office/powerpoint/2010/main" val="2689661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93CBD9-8C02-43FC-8109-661BB351BE58}"/>
              </a:ext>
            </a:extLst>
          </p:cNvPr>
          <p:cNvSpPr/>
          <p:nvPr/>
        </p:nvSpPr>
        <p:spPr>
          <a:xfrm>
            <a:off x="0" y="0"/>
            <a:ext cx="12192000" cy="4240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Computational Model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C9B05BFD-F92D-4FC4-AB19-A307352A71DB}"/>
              </a:ext>
            </a:extLst>
          </p:cNvPr>
          <p:cNvGrpSpPr/>
          <p:nvPr/>
        </p:nvGrpSpPr>
        <p:grpSpPr>
          <a:xfrm>
            <a:off x="3209677" y="2618088"/>
            <a:ext cx="1499258" cy="749629"/>
            <a:chOff x="2102329" y="863282"/>
            <a:chExt cx="1499258" cy="749629"/>
          </a:xfrm>
        </p:grpSpPr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93FED460-D090-4697-9269-A55A102B1639}"/>
                </a:ext>
              </a:extLst>
            </p:cNvPr>
            <p:cNvSpPr/>
            <p:nvPr/>
          </p:nvSpPr>
          <p:spPr>
            <a:xfrm>
              <a:off x="2102329" y="863282"/>
              <a:ext cx="1499258" cy="74962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Rectangle : coins arrondis 4">
              <a:extLst>
                <a:ext uri="{FF2B5EF4-FFF2-40B4-BE49-F238E27FC236}">
                  <a16:creationId xmlns:a16="http://schemas.microsoft.com/office/drawing/2014/main" id="{DB1157BD-6FA7-4F9A-994E-C856873EB4F4}"/>
                </a:ext>
              </a:extLst>
            </p:cNvPr>
            <p:cNvSpPr txBox="1"/>
            <p:nvPr/>
          </p:nvSpPr>
          <p:spPr>
            <a:xfrm>
              <a:off x="2124285" y="885238"/>
              <a:ext cx="1455346" cy="7057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HMM</a:t>
              </a:r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2006A73F-A532-401F-A0DC-A3853FF0FAD2}"/>
              </a:ext>
            </a:extLst>
          </p:cNvPr>
          <p:cNvGrpSpPr/>
          <p:nvPr/>
        </p:nvGrpSpPr>
        <p:grpSpPr>
          <a:xfrm>
            <a:off x="5352551" y="1176744"/>
            <a:ext cx="1499258" cy="749629"/>
            <a:chOff x="4201291" y="1209"/>
            <a:chExt cx="1499258" cy="749629"/>
          </a:xfrm>
        </p:grpSpPr>
        <p:sp>
          <p:nvSpPr>
            <p:cNvPr id="19" name="Rectangle : coins arrondis 18">
              <a:extLst>
                <a:ext uri="{FF2B5EF4-FFF2-40B4-BE49-F238E27FC236}">
                  <a16:creationId xmlns:a16="http://schemas.microsoft.com/office/drawing/2014/main" id="{8EADDA38-5125-4D0B-9A65-FFF30F46F14B}"/>
                </a:ext>
              </a:extLst>
            </p:cNvPr>
            <p:cNvSpPr/>
            <p:nvPr/>
          </p:nvSpPr>
          <p:spPr>
            <a:xfrm>
              <a:off x="4201291" y="1209"/>
              <a:ext cx="1499258" cy="74962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Rectangle : coins arrondis 8">
              <a:extLst>
                <a:ext uri="{FF2B5EF4-FFF2-40B4-BE49-F238E27FC236}">
                  <a16:creationId xmlns:a16="http://schemas.microsoft.com/office/drawing/2014/main" id="{F425F2DE-0807-4017-B900-331E22941E02}"/>
                </a:ext>
              </a:extLst>
            </p:cNvPr>
            <p:cNvSpPr txBox="1"/>
            <p:nvPr/>
          </p:nvSpPr>
          <p:spPr>
            <a:xfrm>
              <a:off x="4223247" y="23165"/>
              <a:ext cx="1455346" cy="7057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Viterbi</a:t>
              </a:r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4D9F5B92-9100-42CA-AFA7-7584FA4E9F1C}"/>
              </a:ext>
            </a:extLst>
          </p:cNvPr>
          <p:cNvGrpSpPr/>
          <p:nvPr/>
        </p:nvGrpSpPr>
        <p:grpSpPr>
          <a:xfrm>
            <a:off x="5374507" y="3275332"/>
            <a:ext cx="1499258" cy="749629"/>
            <a:chOff x="4201291" y="863282"/>
            <a:chExt cx="1499258" cy="749629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C42B6765-B827-48A0-B6DD-94AFEBD0617E}"/>
                </a:ext>
              </a:extLst>
            </p:cNvPr>
            <p:cNvSpPr/>
            <p:nvPr/>
          </p:nvSpPr>
          <p:spPr>
            <a:xfrm>
              <a:off x="4201291" y="863282"/>
              <a:ext cx="1499258" cy="74962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ectangle : coins arrondis 12">
              <a:extLst>
                <a:ext uri="{FF2B5EF4-FFF2-40B4-BE49-F238E27FC236}">
                  <a16:creationId xmlns:a16="http://schemas.microsoft.com/office/drawing/2014/main" id="{1A71B857-A7DB-4776-98DC-A4FC402CAD15}"/>
                </a:ext>
              </a:extLst>
            </p:cNvPr>
            <p:cNvSpPr txBox="1"/>
            <p:nvPr/>
          </p:nvSpPr>
          <p:spPr>
            <a:xfrm>
              <a:off x="4223247" y="885238"/>
              <a:ext cx="1455346" cy="7057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Baum Walch</a:t>
              </a:r>
              <a:endParaRPr lang="en-US" sz="20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Connecteur droit 14">
            <a:extLst>
              <a:ext uri="{FF2B5EF4-FFF2-40B4-BE49-F238E27FC236}">
                <a16:creationId xmlns:a16="http://schemas.microsoft.com/office/drawing/2014/main" id="{AB1921D6-6D08-4B4C-A18A-408638FDE862}"/>
              </a:ext>
            </a:extLst>
          </p:cNvPr>
          <p:cNvSpPr txBox="1"/>
          <p:nvPr/>
        </p:nvSpPr>
        <p:spPr>
          <a:xfrm rot="3310531">
            <a:off x="5048402" y="4054930"/>
            <a:ext cx="52507" cy="5250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000" kern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B4EFE393-631E-4AAE-8718-BD148303F52F}"/>
              </a:ext>
            </a:extLst>
          </p:cNvPr>
          <p:cNvGrpSpPr/>
          <p:nvPr/>
        </p:nvGrpSpPr>
        <p:grpSpPr>
          <a:xfrm>
            <a:off x="3240682" y="4238935"/>
            <a:ext cx="1499258" cy="749629"/>
            <a:chOff x="4201291" y="1725356"/>
            <a:chExt cx="1499258" cy="749629"/>
          </a:xfrm>
        </p:grpSpPr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7D9E743C-387B-4E41-B841-89B1C0B021A0}"/>
                </a:ext>
              </a:extLst>
            </p:cNvPr>
            <p:cNvSpPr/>
            <p:nvPr/>
          </p:nvSpPr>
          <p:spPr>
            <a:xfrm>
              <a:off x="4201291" y="1725356"/>
              <a:ext cx="1499258" cy="74962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ectangle : coins arrondis 16">
              <a:extLst>
                <a:ext uri="{FF2B5EF4-FFF2-40B4-BE49-F238E27FC236}">
                  <a16:creationId xmlns:a16="http://schemas.microsoft.com/office/drawing/2014/main" id="{8B3A395D-32D4-4722-BB78-F1C5365F3B32}"/>
                </a:ext>
              </a:extLst>
            </p:cNvPr>
            <p:cNvSpPr txBox="1"/>
            <p:nvPr/>
          </p:nvSpPr>
          <p:spPr>
            <a:xfrm>
              <a:off x="4223247" y="1747312"/>
              <a:ext cx="1455346" cy="7057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MCMC</a:t>
              </a: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F5684E76-1C9D-447A-B609-6530CA9A593C}"/>
              </a:ext>
            </a:extLst>
          </p:cNvPr>
          <p:cNvGrpSpPr/>
          <p:nvPr/>
        </p:nvGrpSpPr>
        <p:grpSpPr>
          <a:xfrm>
            <a:off x="3231633" y="4235943"/>
            <a:ext cx="1499258" cy="749629"/>
            <a:chOff x="4201291" y="1725356"/>
            <a:chExt cx="1499258" cy="749629"/>
          </a:xfrm>
          <a:solidFill>
            <a:srgbClr val="FF5050"/>
          </a:solidFill>
        </p:grpSpPr>
        <p:sp>
          <p:nvSpPr>
            <p:cNvPr id="26" name="Rectangle : coins arrondis 25">
              <a:extLst>
                <a:ext uri="{FF2B5EF4-FFF2-40B4-BE49-F238E27FC236}">
                  <a16:creationId xmlns:a16="http://schemas.microsoft.com/office/drawing/2014/main" id="{BA22D10D-72FB-43B5-904A-BF0DD129BA68}"/>
                </a:ext>
              </a:extLst>
            </p:cNvPr>
            <p:cNvSpPr/>
            <p:nvPr/>
          </p:nvSpPr>
          <p:spPr>
            <a:xfrm>
              <a:off x="4201291" y="1725356"/>
              <a:ext cx="1499258" cy="749629"/>
            </a:xfrm>
            <a:prstGeom prst="roundRect">
              <a:avLst>
                <a:gd name="adj" fmla="val 10000"/>
              </a:avLst>
            </a:prstGeom>
            <a:grpFill/>
            <a:ln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27" name="Rectangle : coins arrondis 16">
              <a:extLst>
                <a:ext uri="{FF2B5EF4-FFF2-40B4-BE49-F238E27FC236}">
                  <a16:creationId xmlns:a16="http://schemas.microsoft.com/office/drawing/2014/main" id="{E4FA2714-2C71-48D9-BEE6-D0398781207D}"/>
                </a:ext>
              </a:extLst>
            </p:cNvPr>
            <p:cNvSpPr txBox="1"/>
            <p:nvPr/>
          </p:nvSpPr>
          <p:spPr>
            <a:xfrm>
              <a:off x="4223247" y="1747312"/>
              <a:ext cx="1455346" cy="705717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MCMC</a:t>
              </a:r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39E981B7-609F-4D97-BCC9-40593710023A}"/>
              </a:ext>
            </a:extLst>
          </p:cNvPr>
          <p:cNvGrpSpPr/>
          <p:nvPr/>
        </p:nvGrpSpPr>
        <p:grpSpPr>
          <a:xfrm>
            <a:off x="5368327" y="1174080"/>
            <a:ext cx="1499258" cy="749629"/>
            <a:chOff x="4201291" y="1209"/>
            <a:chExt cx="1499258" cy="749629"/>
          </a:xfrm>
          <a:solidFill>
            <a:schemeClr val="accent6">
              <a:lumMod val="50000"/>
            </a:schemeClr>
          </a:solidFill>
        </p:grpSpPr>
        <p:sp>
          <p:nvSpPr>
            <p:cNvPr id="29" name="Rectangle : coins arrondis 28">
              <a:extLst>
                <a:ext uri="{FF2B5EF4-FFF2-40B4-BE49-F238E27FC236}">
                  <a16:creationId xmlns:a16="http://schemas.microsoft.com/office/drawing/2014/main" id="{4C737BDA-CAB6-4089-89B6-1D574D6ED505}"/>
                </a:ext>
              </a:extLst>
            </p:cNvPr>
            <p:cNvSpPr/>
            <p:nvPr/>
          </p:nvSpPr>
          <p:spPr>
            <a:xfrm>
              <a:off x="4201291" y="1209"/>
              <a:ext cx="1499258" cy="749629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0" name="Rectangle : coins arrondis 8">
              <a:extLst>
                <a:ext uri="{FF2B5EF4-FFF2-40B4-BE49-F238E27FC236}">
                  <a16:creationId xmlns:a16="http://schemas.microsoft.com/office/drawing/2014/main" id="{AC949DFF-83CB-436B-942F-2091BB26DB62}"/>
                </a:ext>
              </a:extLst>
            </p:cNvPr>
            <p:cNvSpPr txBox="1"/>
            <p:nvPr/>
          </p:nvSpPr>
          <p:spPr>
            <a:xfrm>
              <a:off x="4223247" y="23165"/>
              <a:ext cx="1455346" cy="705717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Viterbi</a:t>
              </a:r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ACBDDD14-223A-4621-8003-E581D71CA6B9}"/>
              </a:ext>
            </a:extLst>
          </p:cNvPr>
          <p:cNvGrpSpPr/>
          <p:nvPr/>
        </p:nvGrpSpPr>
        <p:grpSpPr>
          <a:xfrm>
            <a:off x="5390283" y="3272668"/>
            <a:ext cx="1499258" cy="749629"/>
            <a:chOff x="4201291" y="863282"/>
            <a:chExt cx="1499258" cy="749629"/>
          </a:xfrm>
          <a:solidFill>
            <a:schemeClr val="accent6">
              <a:lumMod val="50000"/>
            </a:schemeClr>
          </a:solidFill>
        </p:grpSpPr>
        <p:sp>
          <p:nvSpPr>
            <p:cNvPr id="32" name="Rectangle : coins arrondis 31">
              <a:extLst>
                <a:ext uri="{FF2B5EF4-FFF2-40B4-BE49-F238E27FC236}">
                  <a16:creationId xmlns:a16="http://schemas.microsoft.com/office/drawing/2014/main" id="{13B5A4DD-ED4F-45E6-8490-BC319F30BD21}"/>
                </a:ext>
              </a:extLst>
            </p:cNvPr>
            <p:cNvSpPr/>
            <p:nvPr/>
          </p:nvSpPr>
          <p:spPr>
            <a:xfrm>
              <a:off x="4201291" y="863282"/>
              <a:ext cx="1499258" cy="749629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3" name="Rectangle : coins arrondis 12">
              <a:extLst>
                <a:ext uri="{FF2B5EF4-FFF2-40B4-BE49-F238E27FC236}">
                  <a16:creationId xmlns:a16="http://schemas.microsoft.com/office/drawing/2014/main" id="{79DBCC9C-5571-4E0B-B6CE-9AB6218E3C09}"/>
                </a:ext>
              </a:extLst>
            </p:cNvPr>
            <p:cNvSpPr txBox="1"/>
            <p:nvPr/>
          </p:nvSpPr>
          <p:spPr>
            <a:xfrm>
              <a:off x="4223247" y="885238"/>
              <a:ext cx="1455346" cy="705717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Baum Walch</a:t>
              </a:r>
              <a:endParaRPr lang="en-US" sz="20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5F7C5A74-575C-4967-8F9A-1A74D73DB7DD}"/>
              </a:ext>
            </a:extLst>
          </p:cNvPr>
          <p:cNvCxnSpPr>
            <a:stCxn id="23" idx="3"/>
            <a:endCxn id="30" idx="1"/>
          </p:cNvCxnSpPr>
          <p:nvPr/>
        </p:nvCxnSpPr>
        <p:spPr>
          <a:xfrm flipV="1">
            <a:off x="4708935" y="1548895"/>
            <a:ext cx="681348" cy="1444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DC1F2D18-8335-41E2-91FE-A72324BCEE71}"/>
              </a:ext>
            </a:extLst>
          </p:cNvPr>
          <p:cNvCxnSpPr>
            <a:stCxn id="24" idx="3"/>
            <a:endCxn id="32" idx="1"/>
          </p:cNvCxnSpPr>
          <p:nvPr/>
        </p:nvCxnSpPr>
        <p:spPr>
          <a:xfrm>
            <a:off x="4686979" y="2992903"/>
            <a:ext cx="703304" cy="6545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FCA57C7E-5547-4E9A-956E-3C3FDB7F39B0}"/>
              </a:ext>
            </a:extLst>
          </p:cNvPr>
          <p:cNvSpPr/>
          <p:nvPr/>
        </p:nvSpPr>
        <p:spPr>
          <a:xfrm>
            <a:off x="3065997" y="5690427"/>
            <a:ext cx="1620982" cy="4240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Specificity</a:t>
            </a:r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888775AE-3C98-4C60-8A85-DB7C559AC919}"/>
              </a:ext>
            </a:extLst>
          </p:cNvPr>
          <p:cNvSpPr/>
          <p:nvPr/>
        </p:nvSpPr>
        <p:spPr>
          <a:xfrm>
            <a:off x="6785941" y="5690427"/>
            <a:ext cx="1620982" cy="4240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Sensitivity</a:t>
            </a:r>
          </a:p>
        </p:txBody>
      </p:sp>
    </p:spTree>
    <p:extLst>
      <p:ext uri="{BB962C8B-B14F-4D97-AF65-F5344CB8AC3E}">
        <p14:creationId xmlns:p14="http://schemas.microsoft.com/office/powerpoint/2010/main" val="3167991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93CBD9-8C02-43FC-8109-661BB351BE58}"/>
              </a:ext>
            </a:extLst>
          </p:cNvPr>
          <p:cNvSpPr/>
          <p:nvPr/>
        </p:nvSpPr>
        <p:spPr>
          <a:xfrm>
            <a:off x="0" y="0"/>
            <a:ext cx="12192000" cy="4240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Results</a:t>
            </a:r>
          </a:p>
        </p:txBody>
      </p:sp>
      <p:pic>
        <p:nvPicPr>
          <p:cNvPr id="5" name="Image 10">
            <a:extLst>
              <a:ext uri="{FF2B5EF4-FFF2-40B4-BE49-F238E27FC236}">
                <a16:creationId xmlns:a16="http://schemas.microsoft.com/office/drawing/2014/main" id="{7184E513-86B5-460F-B8AC-0D3AAA71AA4F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48400" y="653034"/>
            <a:ext cx="59436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 3">
            <a:extLst>
              <a:ext uri="{FF2B5EF4-FFF2-40B4-BE49-F238E27FC236}">
                <a16:creationId xmlns:a16="http://schemas.microsoft.com/office/drawing/2014/main" id="{A84FFD56-02C2-4DAB-8807-37BBA3DC7681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33984"/>
            <a:ext cx="5934075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 descr="http://dna.cs.byu.edu/bio465/Labs/hmm/cpg.gif">
            <a:extLst>
              <a:ext uri="{FF2B5EF4-FFF2-40B4-BE49-F238E27FC236}">
                <a16:creationId xmlns:a16="http://schemas.microsoft.com/office/drawing/2014/main" id="{E18380B8-9BAA-4524-9697-708EAF3BA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528" y="3789724"/>
            <a:ext cx="3876929" cy="2958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0397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3A29C619-96DC-4651-90F3-13DED20AA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6611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9BFBEA6D-F737-4D41-B01F-53FBF33330F5}"/>
              </a:ext>
            </a:extLst>
          </p:cNvPr>
          <p:cNvSpPr/>
          <p:nvPr/>
        </p:nvSpPr>
        <p:spPr>
          <a:xfrm>
            <a:off x="139958" y="996618"/>
            <a:ext cx="735839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n w="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Bacterial Genome methylation </a:t>
            </a:r>
            <a:br>
              <a:rPr lang="en-US" sz="2800" b="1" dirty="0">
                <a:ln w="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n w="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Prediction </a:t>
            </a:r>
          </a:p>
        </p:txBody>
      </p:sp>
    </p:spTree>
    <p:extLst>
      <p:ext uri="{BB962C8B-B14F-4D97-AF65-F5344CB8AC3E}">
        <p14:creationId xmlns:p14="http://schemas.microsoft.com/office/powerpoint/2010/main" val="1392699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93CBD9-8C02-43FC-8109-661BB351BE58}"/>
              </a:ext>
            </a:extLst>
          </p:cNvPr>
          <p:cNvSpPr/>
          <p:nvPr/>
        </p:nvSpPr>
        <p:spPr>
          <a:xfrm>
            <a:off x="0" y="0"/>
            <a:ext cx="12192000" cy="4240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u="sng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Computational Analysis of Methylation</a:t>
            </a:r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EE9F469D-9D19-4FB7-B0D8-9086D0A176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6770674"/>
              </p:ext>
            </p:extLst>
          </p:nvPr>
        </p:nvGraphicFramePr>
        <p:xfrm>
          <a:off x="746975" y="645960"/>
          <a:ext cx="11445025" cy="5523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F29827F9-3147-4E1E-9371-3D46D7D33D57}"/>
              </a:ext>
            </a:extLst>
          </p:cNvPr>
          <p:cNvSpPr txBox="1"/>
          <p:nvPr/>
        </p:nvSpPr>
        <p:spPr>
          <a:xfrm>
            <a:off x="3413442" y="5411201"/>
            <a:ext cx="8258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HMM</a:t>
            </a:r>
          </a:p>
          <a:p>
            <a:pPr algn="ctr"/>
            <a:r>
              <a:rPr lang="en-US" dirty="0"/>
              <a:t>MCMC</a:t>
            </a:r>
          </a:p>
        </p:txBody>
      </p:sp>
    </p:spTree>
    <p:extLst>
      <p:ext uri="{BB962C8B-B14F-4D97-AF65-F5344CB8AC3E}">
        <p14:creationId xmlns:p14="http://schemas.microsoft.com/office/powerpoint/2010/main" val="36769116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1394D38-2290-4A2A-AF05-5AA945199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80" y="1228863"/>
            <a:ext cx="5248656" cy="50378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717275F-F8B6-42A6-83D5-831E84DA55C4}"/>
              </a:ext>
            </a:extLst>
          </p:cNvPr>
          <p:cNvSpPr/>
          <p:nvPr/>
        </p:nvSpPr>
        <p:spPr>
          <a:xfrm>
            <a:off x="0" y="0"/>
            <a:ext cx="12192000" cy="4240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u="sng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Computational Model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AADF49E-BAE0-4866-ABC4-C43F751C60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2973" y="1799270"/>
            <a:ext cx="6354395" cy="345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2146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93CBD9-8C02-43FC-8109-661BB351BE58}"/>
              </a:ext>
            </a:extLst>
          </p:cNvPr>
          <p:cNvSpPr/>
          <p:nvPr/>
        </p:nvSpPr>
        <p:spPr>
          <a:xfrm>
            <a:off x="0" y="0"/>
            <a:ext cx="12192000" cy="4240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u="sng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Computational Model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C9B05BFD-F92D-4FC4-AB19-A307352A71DB}"/>
              </a:ext>
            </a:extLst>
          </p:cNvPr>
          <p:cNvGrpSpPr/>
          <p:nvPr/>
        </p:nvGrpSpPr>
        <p:grpSpPr>
          <a:xfrm>
            <a:off x="3209677" y="2618088"/>
            <a:ext cx="1499258" cy="749629"/>
            <a:chOff x="2102329" y="863282"/>
            <a:chExt cx="1499258" cy="749629"/>
          </a:xfrm>
        </p:grpSpPr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93FED460-D090-4697-9269-A55A102B1639}"/>
                </a:ext>
              </a:extLst>
            </p:cNvPr>
            <p:cNvSpPr/>
            <p:nvPr/>
          </p:nvSpPr>
          <p:spPr>
            <a:xfrm>
              <a:off x="2102329" y="863282"/>
              <a:ext cx="1499258" cy="74962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Rectangle : coins arrondis 4">
              <a:extLst>
                <a:ext uri="{FF2B5EF4-FFF2-40B4-BE49-F238E27FC236}">
                  <a16:creationId xmlns:a16="http://schemas.microsoft.com/office/drawing/2014/main" id="{DB1157BD-6FA7-4F9A-994E-C856873EB4F4}"/>
                </a:ext>
              </a:extLst>
            </p:cNvPr>
            <p:cNvSpPr txBox="1"/>
            <p:nvPr/>
          </p:nvSpPr>
          <p:spPr>
            <a:xfrm>
              <a:off x="2124285" y="885238"/>
              <a:ext cx="1455346" cy="7057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HMM</a:t>
              </a:r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2006A73F-A532-401F-A0DC-A3853FF0FAD2}"/>
              </a:ext>
            </a:extLst>
          </p:cNvPr>
          <p:cNvGrpSpPr/>
          <p:nvPr/>
        </p:nvGrpSpPr>
        <p:grpSpPr>
          <a:xfrm>
            <a:off x="5352551" y="1176744"/>
            <a:ext cx="1499258" cy="749629"/>
            <a:chOff x="4201291" y="1209"/>
            <a:chExt cx="1499258" cy="749629"/>
          </a:xfrm>
        </p:grpSpPr>
        <p:sp>
          <p:nvSpPr>
            <p:cNvPr id="19" name="Rectangle : coins arrondis 18">
              <a:extLst>
                <a:ext uri="{FF2B5EF4-FFF2-40B4-BE49-F238E27FC236}">
                  <a16:creationId xmlns:a16="http://schemas.microsoft.com/office/drawing/2014/main" id="{8EADDA38-5125-4D0B-9A65-FFF30F46F14B}"/>
                </a:ext>
              </a:extLst>
            </p:cNvPr>
            <p:cNvSpPr/>
            <p:nvPr/>
          </p:nvSpPr>
          <p:spPr>
            <a:xfrm>
              <a:off x="4201291" y="1209"/>
              <a:ext cx="1499258" cy="74962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Rectangle : coins arrondis 8">
              <a:extLst>
                <a:ext uri="{FF2B5EF4-FFF2-40B4-BE49-F238E27FC236}">
                  <a16:creationId xmlns:a16="http://schemas.microsoft.com/office/drawing/2014/main" id="{F425F2DE-0807-4017-B900-331E22941E02}"/>
                </a:ext>
              </a:extLst>
            </p:cNvPr>
            <p:cNvSpPr txBox="1"/>
            <p:nvPr/>
          </p:nvSpPr>
          <p:spPr>
            <a:xfrm>
              <a:off x="4223247" y="23165"/>
              <a:ext cx="1455346" cy="7057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Viterbi</a:t>
              </a:r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4D9F5B92-9100-42CA-AFA7-7584FA4E9F1C}"/>
              </a:ext>
            </a:extLst>
          </p:cNvPr>
          <p:cNvGrpSpPr/>
          <p:nvPr/>
        </p:nvGrpSpPr>
        <p:grpSpPr>
          <a:xfrm>
            <a:off x="5308639" y="2618088"/>
            <a:ext cx="1499258" cy="749629"/>
            <a:chOff x="4201291" y="863282"/>
            <a:chExt cx="1499258" cy="749629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C42B6765-B827-48A0-B6DD-94AFEBD0617E}"/>
                </a:ext>
              </a:extLst>
            </p:cNvPr>
            <p:cNvSpPr/>
            <p:nvPr/>
          </p:nvSpPr>
          <p:spPr>
            <a:xfrm>
              <a:off x="4201291" y="863282"/>
              <a:ext cx="1499258" cy="74962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ectangle : coins arrondis 12">
              <a:extLst>
                <a:ext uri="{FF2B5EF4-FFF2-40B4-BE49-F238E27FC236}">
                  <a16:creationId xmlns:a16="http://schemas.microsoft.com/office/drawing/2014/main" id="{1A71B857-A7DB-4776-98DC-A4FC402CAD15}"/>
                </a:ext>
              </a:extLst>
            </p:cNvPr>
            <p:cNvSpPr txBox="1"/>
            <p:nvPr/>
          </p:nvSpPr>
          <p:spPr>
            <a:xfrm>
              <a:off x="4223247" y="885238"/>
              <a:ext cx="1455346" cy="7057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Baum Walch</a:t>
              </a:r>
              <a:endParaRPr lang="en-US" sz="20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Connecteur droit 14">
            <a:extLst>
              <a:ext uri="{FF2B5EF4-FFF2-40B4-BE49-F238E27FC236}">
                <a16:creationId xmlns:a16="http://schemas.microsoft.com/office/drawing/2014/main" id="{AB1921D6-6D08-4B4C-A18A-408638FDE862}"/>
              </a:ext>
            </a:extLst>
          </p:cNvPr>
          <p:cNvSpPr txBox="1"/>
          <p:nvPr/>
        </p:nvSpPr>
        <p:spPr>
          <a:xfrm rot="3310531">
            <a:off x="4982534" y="3397686"/>
            <a:ext cx="52507" cy="5250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000" kern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B4EFE393-631E-4AAE-8718-BD148303F52F}"/>
              </a:ext>
            </a:extLst>
          </p:cNvPr>
          <p:cNvGrpSpPr/>
          <p:nvPr/>
        </p:nvGrpSpPr>
        <p:grpSpPr>
          <a:xfrm>
            <a:off x="5330595" y="4229791"/>
            <a:ext cx="1499258" cy="749629"/>
            <a:chOff x="4201291" y="1725356"/>
            <a:chExt cx="1499258" cy="749629"/>
          </a:xfrm>
        </p:grpSpPr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7D9E743C-387B-4E41-B841-89B1C0B021A0}"/>
                </a:ext>
              </a:extLst>
            </p:cNvPr>
            <p:cNvSpPr/>
            <p:nvPr/>
          </p:nvSpPr>
          <p:spPr>
            <a:xfrm>
              <a:off x="4201291" y="1725356"/>
              <a:ext cx="1499258" cy="74962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ectangle : coins arrondis 16">
              <a:extLst>
                <a:ext uri="{FF2B5EF4-FFF2-40B4-BE49-F238E27FC236}">
                  <a16:creationId xmlns:a16="http://schemas.microsoft.com/office/drawing/2014/main" id="{8B3A395D-32D4-4722-BB78-F1C5365F3B32}"/>
                </a:ext>
              </a:extLst>
            </p:cNvPr>
            <p:cNvSpPr txBox="1"/>
            <p:nvPr/>
          </p:nvSpPr>
          <p:spPr>
            <a:xfrm>
              <a:off x="4223247" y="1747312"/>
              <a:ext cx="1455346" cy="7057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MCMC</a:t>
              </a: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F5684E76-1C9D-447A-B609-6530CA9A593C}"/>
              </a:ext>
            </a:extLst>
          </p:cNvPr>
          <p:cNvGrpSpPr/>
          <p:nvPr/>
        </p:nvGrpSpPr>
        <p:grpSpPr>
          <a:xfrm>
            <a:off x="5346371" y="4251747"/>
            <a:ext cx="1499258" cy="749629"/>
            <a:chOff x="4201291" y="1725356"/>
            <a:chExt cx="1499258" cy="749629"/>
          </a:xfrm>
          <a:solidFill>
            <a:srgbClr val="FF5050"/>
          </a:solidFill>
        </p:grpSpPr>
        <p:sp>
          <p:nvSpPr>
            <p:cNvPr id="26" name="Rectangle : coins arrondis 25">
              <a:extLst>
                <a:ext uri="{FF2B5EF4-FFF2-40B4-BE49-F238E27FC236}">
                  <a16:creationId xmlns:a16="http://schemas.microsoft.com/office/drawing/2014/main" id="{BA22D10D-72FB-43B5-904A-BF0DD129BA68}"/>
                </a:ext>
              </a:extLst>
            </p:cNvPr>
            <p:cNvSpPr/>
            <p:nvPr/>
          </p:nvSpPr>
          <p:spPr>
            <a:xfrm>
              <a:off x="4201291" y="1725356"/>
              <a:ext cx="1499258" cy="749629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27" name="Rectangle : coins arrondis 16">
              <a:extLst>
                <a:ext uri="{FF2B5EF4-FFF2-40B4-BE49-F238E27FC236}">
                  <a16:creationId xmlns:a16="http://schemas.microsoft.com/office/drawing/2014/main" id="{E4FA2714-2C71-48D9-BEE6-D0398781207D}"/>
                </a:ext>
              </a:extLst>
            </p:cNvPr>
            <p:cNvSpPr txBox="1"/>
            <p:nvPr/>
          </p:nvSpPr>
          <p:spPr>
            <a:xfrm>
              <a:off x="4223247" y="1747312"/>
              <a:ext cx="1455346" cy="705717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MCMC</a:t>
              </a:r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39E981B7-609F-4D97-BCC9-40593710023A}"/>
              </a:ext>
            </a:extLst>
          </p:cNvPr>
          <p:cNvGrpSpPr/>
          <p:nvPr/>
        </p:nvGrpSpPr>
        <p:grpSpPr>
          <a:xfrm>
            <a:off x="5368327" y="1174080"/>
            <a:ext cx="1499258" cy="749629"/>
            <a:chOff x="4201291" y="1209"/>
            <a:chExt cx="1499258" cy="749629"/>
          </a:xfrm>
          <a:solidFill>
            <a:schemeClr val="accent6">
              <a:lumMod val="50000"/>
            </a:schemeClr>
          </a:solidFill>
        </p:grpSpPr>
        <p:sp>
          <p:nvSpPr>
            <p:cNvPr id="29" name="Rectangle : coins arrondis 28">
              <a:extLst>
                <a:ext uri="{FF2B5EF4-FFF2-40B4-BE49-F238E27FC236}">
                  <a16:creationId xmlns:a16="http://schemas.microsoft.com/office/drawing/2014/main" id="{4C737BDA-CAB6-4089-89B6-1D574D6ED505}"/>
                </a:ext>
              </a:extLst>
            </p:cNvPr>
            <p:cNvSpPr/>
            <p:nvPr/>
          </p:nvSpPr>
          <p:spPr>
            <a:xfrm>
              <a:off x="4201291" y="1209"/>
              <a:ext cx="1499258" cy="749629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0" name="Rectangle : coins arrondis 8">
              <a:extLst>
                <a:ext uri="{FF2B5EF4-FFF2-40B4-BE49-F238E27FC236}">
                  <a16:creationId xmlns:a16="http://schemas.microsoft.com/office/drawing/2014/main" id="{AC949DFF-83CB-436B-942F-2091BB26DB62}"/>
                </a:ext>
              </a:extLst>
            </p:cNvPr>
            <p:cNvSpPr txBox="1"/>
            <p:nvPr/>
          </p:nvSpPr>
          <p:spPr>
            <a:xfrm>
              <a:off x="4223247" y="23165"/>
              <a:ext cx="1455346" cy="705717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Viterbi</a:t>
              </a:r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ACBDDD14-223A-4621-8003-E581D71CA6B9}"/>
              </a:ext>
            </a:extLst>
          </p:cNvPr>
          <p:cNvGrpSpPr/>
          <p:nvPr/>
        </p:nvGrpSpPr>
        <p:grpSpPr>
          <a:xfrm>
            <a:off x="5324415" y="2615424"/>
            <a:ext cx="1499258" cy="749629"/>
            <a:chOff x="4201291" y="863282"/>
            <a:chExt cx="1499258" cy="749629"/>
          </a:xfrm>
          <a:solidFill>
            <a:schemeClr val="accent6">
              <a:lumMod val="50000"/>
            </a:schemeClr>
          </a:solidFill>
        </p:grpSpPr>
        <p:sp>
          <p:nvSpPr>
            <p:cNvPr id="32" name="Rectangle : coins arrondis 31">
              <a:extLst>
                <a:ext uri="{FF2B5EF4-FFF2-40B4-BE49-F238E27FC236}">
                  <a16:creationId xmlns:a16="http://schemas.microsoft.com/office/drawing/2014/main" id="{13B5A4DD-ED4F-45E6-8490-BC319F30BD21}"/>
                </a:ext>
              </a:extLst>
            </p:cNvPr>
            <p:cNvSpPr/>
            <p:nvPr/>
          </p:nvSpPr>
          <p:spPr>
            <a:xfrm>
              <a:off x="4201291" y="863282"/>
              <a:ext cx="1499258" cy="749629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3" name="Rectangle : coins arrondis 12">
              <a:extLst>
                <a:ext uri="{FF2B5EF4-FFF2-40B4-BE49-F238E27FC236}">
                  <a16:creationId xmlns:a16="http://schemas.microsoft.com/office/drawing/2014/main" id="{79DBCC9C-5571-4E0B-B6CE-9AB6218E3C09}"/>
                </a:ext>
              </a:extLst>
            </p:cNvPr>
            <p:cNvSpPr txBox="1"/>
            <p:nvPr/>
          </p:nvSpPr>
          <p:spPr>
            <a:xfrm>
              <a:off x="4223247" y="885238"/>
              <a:ext cx="1455346" cy="705717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Baum Walch</a:t>
              </a:r>
              <a:endParaRPr lang="en-US" sz="20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5F7C5A74-575C-4967-8F9A-1A74D73DB7DD}"/>
              </a:ext>
            </a:extLst>
          </p:cNvPr>
          <p:cNvCxnSpPr>
            <a:stCxn id="23" idx="3"/>
            <a:endCxn id="30" idx="1"/>
          </p:cNvCxnSpPr>
          <p:nvPr/>
        </p:nvCxnSpPr>
        <p:spPr>
          <a:xfrm flipV="1">
            <a:off x="4708935" y="1548895"/>
            <a:ext cx="681348" cy="1444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DC1F2D18-8335-41E2-91FE-A72324BCEE71}"/>
              </a:ext>
            </a:extLst>
          </p:cNvPr>
          <p:cNvCxnSpPr>
            <a:stCxn id="24" idx="3"/>
            <a:endCxn id="32" idx="1"/>
          </p:cNvCxnSpPr>
          <p:nvPr/>
        </p:nvCxnSpPr>
        <p:spPr>
          <a:xfrm flipV="1">
            <a:off x="4686979" y="2990239"/>
            <a:ext cx="637436" cy="2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E20A8A2C-0C15-4082-8344-1D869160BF34}"/>
              </a:ext>
            </a:extLst>
          </p:cNvPr>
          <p:cNvCxnSpPr>
            <a:stCxn id="23" idx="3"/>
            <a:endCxn id="26" idx="1"/>
          </p:cNvCxnSpPr>
          <p:nvPr/>
        </p:nvCxnSpPr>
        <p:spPr>
          <a:xfrm>
            <a:off x="4708935" y="2992903"/>
            <a:ext cx="637436" cy="1633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088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93CBD9-8C02-43FC-8109-661BB351BE58}"/>
              </a:ext>
            </a:extLst>
          </p:cNvPr>
          <p:cNvSpPr/>
          <p:nvPr/>
        </p:nvSpPr>
        <p:spPr>
          <a:xfrm>
            <a:off x="0" y="0"/>
            <a:ext cx="12192000" cy="4240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u="sng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Results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DEB5920-9539-4B2A-88B2-E80145F775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251"/>
          <a:stretch/>
        </p:blipFill>
        <p:spPr>
          <a:xfrm>
            <a:off x="416256" y="527037"/>
            <a:ext cx="11359487" cy="605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007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21A516A-843C-4E33-B93B-FC454AB4B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50" y="3979742"/>
            <a:ext cx="5372850" cy="2629267"/>
          </a:xfrm>
          <a:prstGeom prst="rect">
            <a:avLst/>
          </a:prstGeom>
        </p:spPr>
      </p:pic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69ECA613-85E6-45FB-B850-A188570DF720}"/>
              </a:ext>
            </a:extLst>
          </p:cNvPr>
          <p:cNvSpPr/>
          <p:nvPr/>
        </p:nvSpPr>
        <p:spPr>
          <a:xfrm>
            <a:off x="723150" y="733621"/>
            <a:ext cx="3227832" cy="100584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3600" dirty="0"/>
              <a:t>Patent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6411813-E693-4BD2-8185-4CC2B254B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0453" y="2041748"/>
            <a:ext cx="6771547" cy="277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232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584BCDE-389C-421D-BA7F-6370FA3AB75A}"/>
              </a:ext>
            </a:extLst>
          </p:cNvPr>
          <p:cNvSpPr txBox="1"/>
          <p:nvPr/>
        </p:nvSpPr>
        <p:spPr>
          <a:xfrm>
            <a:off x="2176272" y="539496"/>
            <a:ext cx="8586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Patent!!! </a:t>
            </a:r>
            <a:r>
              <a:rPr lang="de-DE" sz="3600" dirty="0" err="1"/>
              <a:t>Hmmm</a:t>
            </a:r>
            <a:r>
              <a:rPr lang="de-DE" sz="3600" dirty="0"/>
              <a:t>, </a:t>
            </a:r>
            <a:r>
              <a:rPr lang="de-DE" sz="3600" dirty="0" err="1"/>
              <a:t>Is</a:t>
            </a:r>
            <a:r>
              <a:rPr lang="de-DE" sz="3600" dirty="0"/>
              <a:t> </a:t>
            </a:r>
            <a:r>
              <a:rPr lang="de-DE" sz="3600" dirty="0" err="1"/>
              <a:t>this</a:t>
            </a:r>
            <a:r>
              <a:rPr lang="de-DE" sz="3600" dirty="0"/>
              <a:t> </a:t>
            </a:r>
            <a:r>
              <a:rPr lang="de-DE" sz="3600" dirty="0" err="1"/>
              <a:t>models</a:t>
            </a:r>
            <a:r>
              <a:rPr lang="de-DE" sz="3600" dirty="0"/>
              <a:t> </a:t>
            </a:r>
            <a:r>
              <a:rPr lang="de-DE" sz="3600" dirty="0" err="1"/>
              <a:t>applicable</a:t>
            </a:r>
            <a:r>
              <a:rPr lang="de-DE" sz="3600" dirty="0"/>
              <a:t>?</a:t>
            </a:r>
          </a:p>
        </p:txBody>
      </p:sp>
      <p:pic>
        <p:nvPicPr>
          <p:cNvPr id="1026" name="Picture 2" descr="Nexeed Industrial Application System - Bosch Media Service">
            <a:extLst>
              <a:ext uri="{FF2B5EF4-FFF2-40B4-BE49-F238E27FC236}">
                <a16:creationId xmlns:a16="http://schemas.microsoft.com/office/drawing/2014/main" id="{DF37E196-AF0A-4DA3-8966-A3473F18C6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66"/>
          <a:stretch/>
        </p:blipFill>
        <p:spPr bwMode="auto">
          <a:xfrm>
            <a:off x="758952" y="2505600"/>
            <a:ext cx="3996373" cy="3575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66857E9-4A74-4341-AE2A-964B70FBC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700" y="1458652"/>
            <a:ext cx="5805995" cy="4256345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F1C0B5BA-0502-42CF-9122-04110A4854F5}"/>
              </a:ext>
            </a:extLst>
          </p:cNvPr>
          <p:cNvCxnSpPr>
            <a:cxnSpLocks/>
          </p:cNvCxnSpPr>
          <p:nvPr/>
        </p:nvCxnSpPr>
        <p:spPr>
          <a:xfrm flipH="1">
            <a:off x="3639313" y="1458652"/>
            <a:ext cx="1838386" cy="304934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hteck 8">
            <a:extLst>
              <a:ext uri="{FF2B5EF4-FFF2-40B4-BE49-F238E27FC236}">
                <a16:creationId xmlns:a16="http://schemas.microsoft.com/office/drawing/2014/main" id="{A139E260-9368-4841-9338-32C121F956E3}"/>
              </a:ext>
            </a:extLst>
          </p:cNvPr>
          <p:cNvSpPr/>
          <p:nvPr/>
        </p:nvSpPr>
        <p:spPr>
          <a:xfrm>
            <a:off x="3246120" y="4517136"/>
            <a:ext cx="393192" cy="265176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7A9949B2-8C07-49E0-B21F-FFD822289AA6}"/>
              </a:ext>
            </a:extLst>
          </p:cNvPr>
          <p:cNvCxnSpPr>
            <a:cxnSpLocks/>
          </p:cNvCxnSpPr>
          <p:nvPr/>
        </p:nvCxnSpPr>
        <p:spPr>
          <a:xfrm>
            <a:off x="3639312" y="4782312"/>
            <a:ext cx="1838389" cy="932685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96067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C083C581-B0FE-4B34-BBC4-02BDE6566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1966104A-A984-4A00-BB5F-F548CEF8970F}"/>
              </a:ext>
            </a:extLst>
          </p:cNvPr>
          <p:cNvSpPr txBox="1"/>
          <p:nvPr/>
        </p:nvSpPr>
        <p:spPr>
          <a:xfrm>
            <a:off x="3855250" y="5109873"/>
            <a:ext cx="5486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“We are express of gene and maturation of the </a:t>
            </a:r>
            <a:r>
              <a:rPr lang="en-US" sz="1600" dirty="0" err="1"/>
              <a:t>environment”YK</a:t>
            </a:r>
            <a:endParaRPr lang="en-US" sz="1600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E792971-D3C0-417F-9F74-038202F4B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544" y="317901"/>
            <a:ext cx="7336108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	</a:t>
            </a:r>
            <a:r>
              <a:rPr lang="en-US" altLang="fr-FR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altLang="fr-FR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fr-FR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displays the string inside quotation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fr-FR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fr-FR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	</a:t>
            </a:r>
            <a:r>
              <a:rPr lang="en-US" altLang="fr-FR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fr-FR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fr-FR" altLang="fr-FR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fr-FR" altLang="fr-F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fr-FR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fr-FR" altLang="fr-F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fr-FR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</a:t>
            </a:r>
            <a:r>
              <a:rPr lang="fr-FR" altLang="fr-F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Much</a:t>
            </a:r>
            <a:r>
              <a:rPr kumimoji="0" lang="fr-FR" altLang="fr-FR" sz="2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lang="en-US" altLang="fr-FR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fr-FR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fr-FR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return 0;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1136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F0F5F57-BBE2-46FC-8265-7D1C41A3E7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52" t="20303" r="27738" b="18292"/>
          <a:stretch/>
        </p:blipFill>
        <p:spPr>
          <a:xfrm>
            <a:off x="0" y="0"/>
            <a:ext cx="12192000" cy="555051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4B94A6B-8FF3-4E3C-96EE-CFAB5B1FD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550517"/>
            <a:ext cx="9875520" cy="1053483"/>
          </a:xfrm>
        </p:spPr>
        <p:txBody>
          <a:bodyPr>
            <a:noAutofit/>
          </a:bodyPr>
          <a:lstStyle/>
          <a:p>
            <a:pPr algn="l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place of artificial intelligence in understanding  the epigenetic effects in living beings – Human &amp; Bacterial genome methylation as example.</a:t>
            </a:r>
          </a:p>
        </p:txBody>
      </p:sp>
      <p:pic>
        <p:nvPicPr>
          <p:cNvPr id="1026" name="Picture 2" descr="Faculty of Sciences and Techniques of Mohammedia (FSTM) | LinkedIn">
            <a:extLst>
              <a:ext uri="{FF2B5EF4-FFF2-40B4-BE49-F238E27FC236}">
                <a16:creationId xmlns:a16="http://schemas.microsoft.com/office/drawing/2014/main" id="{CC703459-AEC7-435F-B1AD-B5EA82BD39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9" t="33200" r="3281" b="34160"/>
          <a:stretch/>
        </p:blipFill>
        <p:spPr bwMode="auto">
          <a:xfrm>
            <a:off x="9700970" y="5550516"/>
            <a:ext cx="2491030" cy="1307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4691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https://geneonline.news/wp-content/uploads/2018/11/110478118_s.jpg">
            <a:extLst>
              <a:ext uri="{FF2B5EF4-FFF2-40B4-BE49-F238E27FC236}">
                <a16:creationId xmlns:a16="http://schemas.microsoft.com/office/drawing/2014/main" id="{9FD50401-8EA4-4E11-A5B2-F435BECF3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102F178-3944-413F-AA2B-E5216D2A947A}"/>
              </a:ext>
            </a:extLst>
          </p:cNvPr>
          <p:cNvSpPr/>
          <p:nvPr/>
        </p:nvSpPr>
        <p:spPr>
          <a:xfrm>
            <a:off x="101751" y="828667"/>
            <a:ext cx="84416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Bacterial Genome methylation Prediction </a:t>
            </a:r>
          </a:p>
        </p:txBody>
      </p:sp>
    </p:spTree>
    <p:extLst>
      <p:ext uri="{BB962C8B-B14F-4D97-AF65-F5344CB8AC3E}">
        <p14:creationId xmlns:p14="http://schemas.microsoft.com/office/powerpoint/2010/main" val="36791107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s://pinkhope.org.au/wp-content/uploads/2015/09/damaged.jpg">
            <a:extLst>
              <a:ext uri="{FF2B5EF4-FFF2-40B4-BE49-F238E27FC236}">
                <a16:creationId xmlns:a16="http://schemas.microsoft.com/office/drawing/2014/main" id="{E1D031CA-8915-4866-AC73-552037CAE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3539" y="108886"/>
            <a:ext cx="4923486" cy="6640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4300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723</Words>
  <Application>Microsoft Office PowerPoint</Application>
  <PresentationFormat>Breitbild</PresentationFormat>
  <Paragraphs>115</Paragraphs>
  <Slides>30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30</vt:i4>
      </vt:variant>
    </vt:vector>
  </HeadingPairs>
  <TitlesOfParts>
    <vt:vector size="42" baseType="lpstr">
      <vt:lpstr>Adobe Arabic</vt:lpstr>
      <vt:lpstr>Arial</vt:lpstr>
      <vt:lpstr>Arial Black</vt:lpstr>
      <vt:lpstr>Calibri</vt:lpstr>
      <vt:lpstr>Calibri Light</vt:lpstr>
      <vt:lpstr>CMMI12</vt:lpstr>
      <vt:lpstr>CMMI8</vt:lpstr>
      <vt:lpstr>CMR12</vt:lpstr>
      <vt:lpstr>CMSS8</vt:lpstr>
      <vt:lpstr>CMSY10</vt:lpstr>
      <vt:lpstr>Times New Roman</vt:lpstr>
      <vt:lpstr>Office</vt:lpstr>
      <vt:lpstr>The place of artificial intelligence in understanding  the epigenetic effects in living beings – Human &amp; Bacterial genome methylation as example.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The place of artificial intelligence in understanding  the epigenetic effects in living beings – Human &amp; Bacterial genome methylation as example.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Yassine Kasmi</dc:creator>
  <cp:lastModifiedBy>Yassine Kasmi</cp:lastModifiedBy>
  <cp:revision>27</cp:revision>
  <dcterms:created xsi:type="dcterms:W3CDTF">2021-05-06T15:53:24Z</dcterms:created>
  <dcterms:modified xsi:type="dcterms:W3CDTF">2021-05-07T08:22:50Z</dcterms:modified>
</cp:coreProperties>
</file>