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4" r:id="rId5"/>
    <p:sldId id="259" r:id="rId6"/>
    <p:sldId id="261" r:id="rId7"/>
    <p:sldId id="260" r:id="rId8"/>
    <p:sldId id="258" r:id="rId9"/>
    <p:sldId id="262" r:id="rId10"/>
    <p:sldId id="267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D31145-4B27-4251-A7E0-BED1DF947019}" v="5" dt="2026-04-05T06:46:20.6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3" autoAdjust="0"/>
    <p:restoredTop sz="94660"/>
  </p:normalViewPr>
  <p:slideViewPr>
    <p:cSldViewPr snapToGrid="0" showGuides="1">
      <p:cViewPr varScale="1">
        <p:scale>
          <a:sx n="68" d="100"/>
          <a:sy n="68" d="100"/>
        </p:scale>
        <p:origin x="76" y="4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ssine Kasmi" userId="fdf8079a848cfec2" providerId="LiveId" clId="{A110CD56-9457-4CDC-B8D7-AAF74BDF5181}"/>
    <pc:docChg chg="addSld modSld">
      <pc:chgData name="Yassine Kasmi" userId="fdf8079a848cfec2" providerId="LiveId" clId="{A110CD56-9457-4CDC-B8D7-AAF74BDF5181}" dt="2026-04-05T06:46:20.655" v="8" actId="478"/>
      <pc:docMkLst>
        <pc:docMk/>
      </pc:docMkLst>
      <pc:sldChg chg="addSp new mod">
        <pc:chgData name="Yassine Kasmi" userId="fdf8079a848cfec2" providerId="LiveId" clId="{A110CD56-9457-4CDC-B8D7-AAF74BDF5181}" dt="2026-04-04T21:24:50.902" v="1" actId="22"/>
        <pc:sldMkLst>
          <pc:docMk/>
          <pc:sldMk cId="870845586" sldId="265"/>
        </pc:sldMkLst>
        <pc:spChg chg="add">
          <ac:chgData name="Yassine Kasmi" userId="fdf8079a848cfec2" providerId="LiveId" clId="{A110CD56-9457-4CDC-B8D7-AAF74BDF5181}" dt="2026-04-04T21:24:50.902" v="1" actId="22"/>
          <ac:spMkLst>
            <pc:docMk/>
            <pc:sldMk cId="870845586" sldId="265"/>
            <ac:spMk id="3" creationId="{603C3EDA-221F-AE8A-14D5-9DC0880DF068}"/>
          </ac:spMkLst>
        </pc:spChg>
      </pc:sldChg>
      <pc:sldChg chg="new">
        <pc:chgData name="Yassine Kasmi" userId="fdf8079a848cfec2" providerId="LiveId" clId="{A110CD56-9457-4CDC-B8D7-AAF74BDF5181}" dt="2026-04-04T21:24:53.051" v="2" actId="680"/>
        <pc:sldMkLst>
          <pc:docMk/>
          <pc:sldMk cId="1513161609" sldId="266"/>
        </pc:sldMkLst>
      </pc:sldChg>
      <pc:sldChg chg="addSp delSp modSp new">
        <pc:chgData name="Yassine Kasmi" userId="fdf8079a848cfec2" providerId="LiveId" clId="{A110CD56-9457-4CDC-B8D7-AAF74BDF5181}" dt="2026-04-05T06:46:20.655" v="8" actId="478"/>
        <pc:sldMkLst>
          <pc:docMk/>
          <pc:sldMk cId="2501229363" sldId="267"/>
        </pc:sldMkLst>
        <pc:picChg chg="add">
          <ac:chgData name="Yassine Kasmi" userId="fdf8079a848cfec2" providerId="LiveId" clId="{A110CD56-9457-4CDC-B8D7-AAF74BDF5181}" dt="2026-04-05T06:45:43.673" v="4"/>
          <ac:picMkLst>
            <pc:docMk/>
            <pc:sldMk cId="2501229363" sldId="267"/>
            <ac:picMk id="1026" creationId="{4D24AC17-CDC0-D8ED-FDA7-C1591D8CD264}"/>
          </ac:picMkLst>
        </pc:picChg>
        <pc:picChg chg="add del mod">
          <ac:chgData name="Yassine Kasmi" userId="fdf8079a848cfec2" providerId="LiveId" clId="{A110CD56-9457-4CDC-B8D7-AAF74BDF5181}" dt="2026-04-05T06:46:20.655" v="8" actId="478"/>
          <ac:picMkLst>
            <pc:docMk/>
            <pc:sldMk cId="2501229363" sldId="267"/>
            <ac:picMk id="1028" creationId="{D68F59BC-5FA3-0E88-3E6A-464D35CA96C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5E36A-1284-588D-9FEC-851540C7AB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C3EA47-2B77-AC07-4266-262BF4A4A1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136644-E993-845F-266E-9A8BBFC3C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0F557-9DD8-43CA-A044-14D31FD8E58E}" type="datetimeFigureOut">
              <a:rPr lang="en-GB" smtClean="0"/>
              <a:t>05/04/2026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04064D-6910-C5E3-26DC-057BD5364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150231-7877-3A7D-9E68-A7E5D2052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173BE-511F-45D5-909C-1F1A36D275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4030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30725-15F3-62F2-F55A-F0FC05A4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CECDC0-395E-8758-D57F-BA67F63815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F524-3CB9-38AB-C2B6-7126DECB9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0F557-9DD8-43CA-A044-14D31FD8E58E}" type="datetimeFigureOut">
              <a:rPr lang="en-GB" smtClean="0"/>
              <a:t>05/04/2026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A67BBD-5E3B-9189-CBAD-485F932A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ACB3A2-9A20-D169-92FF-BE3AB684D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173BE-511F-45D5-909C-1F1A36D275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449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3E67B-DAA0-B377-B9CB-F3C6D80C5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9E0021-409B-CB7E-1DCC-776AEF2357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A183EF-B8F2-96CF-35FF-82A0A793D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0F557-9DD8-43CA-A044-14D31FD8E58E}" type="datetimeFigureOut">
              <a:rPr lang="en-GB" smtClean="0"/>
              <a:t>05/04/2026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19CC1-7FB5-5AFA-3B76-92CAA10EB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B652B-12AB-9D0E-9ADF-9C4A7615A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173BE-511F-45D5-909C-1F1A36D275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4651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E8003-0983-DFB8-FB81-39D3EFECF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08C50-5470-6F42-B442-E9E847A4DB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1C726C-C848-B3E0-D9B2-99622F230A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84A8DE-A11F-620F-2313-D2EDDD3E0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0F557-9DD8-43CA-A044-14D31FD8E58E}" type="datetimeFigureOut">
              <a:rPr lang="en-GB" smtClean="0"/>
              <a:t>05/04/2026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1AA93A-1D89-A34C-E02A-3CC741668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85CC4C-E342-23AD-D059-6CBBB15F5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173BE-511F-45D5-909C-1F1A36D275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0813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32F37-9B3C-6ECF-7D23-F0B706933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432FBB-255D-1379-3891-0550328A7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B86963-E623-9E38-D8BD-AEEEF0C128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0CDE68-4EFE-78A8-468A-8055629D6C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871378-75BA-5495-78C2-411ECD90F7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09F2F1-158B-EB4D-6417-DD43A858C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0F557-9DD8-43CA-A044-14D31FD8E58E}" type="datetimeFigureOut">
              <a:rPr lang="en-GB" smtClean="0"/>
              <a:t>05/04/2026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150E65-8EFF-5899-99B0-20E0BA6BE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CC5635-2151-D290-FB49-374865684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173BE-511F-45D5-909C-1F1A36D275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0225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AE585-4414-FA98-5EBB-1CC482E24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4F38F1-556D-CEAA-D42A-6F6ABAAEB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0F557-9DD8-43CA-A044-14D31FD8E58E}" type="datetimeFigureOut">
              <a:rPr lang="en-GB" smtClean="0"/>
              <a:t>05/04/2026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58DE20-9E20-794B-1930-5AE037092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E5B7FC-BF34-FEE5-3437-FC1D2ECE2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173BE-511F-45D5-909C-1F1A36D275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5938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F6D9F4-197F-A504-B76A-EA4253B4C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0F557-9DD8-43CA-A044-14D31FD8E58E}" type="datetimeFigureOut">
              <a:rPr lang="en-GB" smtClean="0"/>
              <a:t>05/04/2026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7BD72F-97D1-BC3E-8C4D-100EF4562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D95F4E-2FE1-098A-24DC-A4523E63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173BE-511F-45D5-909C-1F1A36D275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696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3E8C1-A2CA-9AC0-BF60-18D3ADD48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EC8CA-C677-02D6-088C-3D2668499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388284-FCA0-4E42-8BD8-E0FD759CBE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0CFE57-33D1-3267-146C-870CAA3A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0F557-9DD8-43CA-A044-14D31FD8E58E}" type="datetimeFigureOut">
              <a:rPr lang="en-GB" smtClean="0"/>
              <a:t>05/04/2026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F5391D-01CB-63EC-11F4-7DFAAB69C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D46461-4044-F395-5E8C-A771160D7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173BE-511F-45D5-909C-1F1A36D275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437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5231C-EDD3-B654-3C1E-016E88E53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9AC6CE-B6DA-7698-50C4-D74CBA17BC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26D4E1-99C0-558D-9BFE-AD1BC36BC8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2DB33D-758B-BDF7-7071-0871EF33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0F557-9DD8-43CA-A044-14D31FD8E58E}" type="datetimeFigureOut">
              <a:rPr lang="en-GB" smtClean="0"/>
              <a:t>05/04/2026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551F65-42EC-627A-77EE-A7CF7471E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511364-942C-106A-ACE1-CFCEF63CD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173BE-511F-45D5-909C-1F1A36D275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01169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AD542-F118-E070-FD48-B14456F32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9EF08B-6C40-61DC-58CC-EE42BFF29A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B4737-0E3A-C1A5-6A76-0FD2283C4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0F557-9DD8-43CA-A044-14D31FD8E58E}" type="datetimeFigureOut">
              <a:rPr lang="en-GB" smtClean="0"/>
              <a:t>05/04/2026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9B54CC-81F7-5FC4-C041-F708F4C29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1F748-5DE6-67B3-4D44-A1D575AA1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173BE-511F-45D5-909C-1F1A36D275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0909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7880F9-F8DB-8415-4384-5557A86560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EB9A3A-5AA5-2D6A-F360-3F6F7B111A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80C08-E560-E632-0023-348CA5A04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0F557-9DD8-43CA-A044-14D31FD8E58E}" type="datetimeFigureOut">
              <a:rPr lang="en-GB" smtClean="0"/>
              <a:t>05/04/2026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62A8E-E75F-3499-E2AB-E2F4FFA7C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87468B-5CFE-FBDF-A515-CC398608B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4173BE-511F-45D5-909C-1F1A36D275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7294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88DA9B-CE23-0765-BFFC-0B12B57D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ED2D4-3B0F-B3BC-8278-AB8223FCC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54854-241C-9180-2EE9-007959477D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0F557-9DD8-43CA-A044-14D31FD8E58E}" type="datetimeFigureOut">
              <a:rPr lang="en-GB" smtClean="0"/>
              <a:t>05/04/2026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43A48F-4914-64A0-995C-4F9CD6B5C7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A6C61-533A-382F-E931-F24433D444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4173BE-511F-45D5-909C-1F1A36D275C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0470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2AB6A-58DE-8B4A-F1B4-472FEA7B5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51C68D-5DEA-D462-EDA9-2208F5B92B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0968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7A0E86-96E0-3C8E-C267-2AD1269E1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494"/>
            <a:ext cx="12192000" cy="557501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639599C-4491-DE52-3940-C930155EA893}"/>
              </a:ext>
            </a:extLst>
          </p:cNvPr>
          <p:cNvSpPr/>
          <p:nvPr/>
        </p:nvSpPr>
        <p:spPr>
          <a:xfrm>
            <a:off x="5761529" y="1739788"/>
            <a:ext cx="954860" cy="19339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185743-1BD9-C6FF-DCB4-270792638712}"/>
              </a:ext>
            </a:extLst>
          </p:cNvPr>
          <p:cNvSpPr/>
          <p:nvPr/>
        </p:nvSpPr>
        <p:spPr>
          <a:xfrm>
            <a:off x="7849274" y="1650775"/>
            <a:ext cx="954860" cy="19339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D9F0E-50D8-1BD6-6E6A-78A9355E0917}"/>
              </a:ext>
            </a:extLst>
          </p:cNvPr>
          <p:cNvSpPr/>
          <p:nvPr/>
        </p:nvSpPr>
        <p:spPr>
          <a:xfrm>
            <a:off x="8893147" y="1650775"/>
            <a:ext cx="954860" cy="19339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6A86E6-53DA-1437-3E31-B235CC50819B}"/>
              </a:ext>
            </a:extLst>
          </p:cNvPr>
          <p:cNvSpPr/>
          <p:nvPr/>
        </p:nvSpPr>
        <p:spPr>
          <a:xfrm>
            <a:off x="11056417" y="1812617"/>
            <a:ext cx="954860" cy="19339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1D2285-8481-41BA-716D-6A135C54ED60}"/>
              </a:ext>
            </a:extLst>
          </p:cNvPr>
          <p:cNvSpPr/>
          <p:nvPr/>
        </p:nvSpPr>
        <p:spPr>
          <a:xfrm>
            <a:off x="2794449" y="4005558"/>
            <a:ext cx="954860" cy="19339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127EEE-1F0E-E052-B252-5C24CA3D4AAC}"/>
              </a:ext>
            </a:extLst>
          </p:cNvPr>
          <p:cNvSpPr/>
          <p:nvPr/>
        </p:nvSpPr>
        <p:spPr>
          <a:xfrm>
            <a:off x="1839589" y="4144034"/>
            <a:ext cx="954860" cy="19339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E2F451-6431-1BA4-BD23-97FE6AC9D665}"/>
              </a:ext>
            </a:extLst>
          </p:cNvPr>
          <p:cNvSpPr/>
          <p:nvPr/>
        </p:nvSpPr>
        <p:spPr>
          <a:xfrm>
            <a:off x="4550421" y="4005558"/>
            <a:ext cx="954860" cy="19339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7C2883-CC31-A13F-11BD-ED98EA366A16}"/>
              </a:ext>
            </a:extLst>
          </p:cNvPr>
          <p:cNvSpPr/>
          <p:nvPr/>
        </p:nvSpPr>
        <p:spPr>
          <a:xfrm>
            <a:off x="7965263" y="4005558"/>
            <a:ext cx="1300118" cy="19339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6CC012D-8EE1-3295-75FD-1476A247E5D3}"/>
              </a:ext>
            </a:extLst>
          </p:cNvPr>
          <p:cNvSpPr/>
          <p:nvPr/>
        </p:nvSpPr>
        <p:spPr>
          <a:xfrm>
            <a:off x="6392707" y="4172356"/>
            <a:ext cx="954860" cy="19339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51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7DB192A-9F63-ADE3-88AB-190611D01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680" y="86314"/>
            <a:ext cx="8933730" cy="677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696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C8D3D7-C50B-D095-11F7-34AD456E1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834" y="0"/>
            <a:ext cx="962189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2822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97DD90-E941-29BA-C302-2BFC5F0D1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88" y="445416"/>
            <a:ext cx="12048812" cy="5967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757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biased_composition">
            <a:extLst>
              <a:ext uri="{FF2B5EF4-FFF2-40B4-BE49-F238E27FC236}">
                <a16:creationId xmlns:a16="http://schemas.microsoft.com/office/drawing/2014/main" id="{7BE74E6A-663D-EC36-0005-CF2F4140E7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926" y="1124687"/>
            <a:ext cx="7987423" cy="5381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C830BB-A0FB-490C-41D6-3E71DE8615F5}"/>
              </a:ext>
            </a:extLst>
          </p:cNvPr>
          <p:cNvSpPr txBox="1"/>
          <p:nvPr/>
        </p:nvSpPr>
        <p:spPr>
          <a:xfrm>
            <a:off x="611511" y="568644"/>
            <a:ext cx="82330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>
                <a:solidFill>
                  <a:srgbClr val="0070C0"/>
                </a:solidFill>
              </a:rPr>
              <a:t>FastQC Per base sequence content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79D846-4869-72A5-DEA2-2E0D32BC9619}"/>
              </a:ext>
            </a:extLst>
          </p:cNvPr>
          <p:cNvSpPr txBox="1"/>
          <p:nvPr/>
        </p:nvSpPr>
        <p:spPr>
          <a:xfrm>
            <a:off x="8561372" y="2508530"/>
            <a:ext cx="34677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b="1" dirty="0">
                <a:solidFill>
                  <a:srgbClr val="FF0000"/>
                </a:solidFill>
              </a:rPr>
              <a:t>Presence </a:t>
            </a:r>
            <a:r>
              <a:rPr lang="de-DE" sz="2800" b="1" dirty="0" err="1">
                <a:solidFill>
                  <a:srgbClr val="FF0000"/>
                </a:solidFill>
              </a:rPr>
              <a:t>of</a:t>
            </a:r>
            <a:r>
              <a:rPr lang="de-DE" sz="2800" b="1" dirty="0">
                <a:solidFill>
                  <a:srgbClr val="FF0000"/>
                </a:solidFill>
              </a:rPr>
              <a:t> </a:t>
            </a:r>
            <a:r>
              <a:rPr lang="de-DE" sz="2800" b="1" dirty="0" err="1">
                <a:solidFill>
                  <a:srgbClr val="FF0000"/>
                </a:solidFill>
              </a:rPr>
              <a:t>primers</a:t>
            </a:r>
            <a:endParaRPr lang="en-GB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6984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riming_bias_check">
            <a:extLst>
              <a:ext uri="{FF2B5EF4-FFF2-40B4-BE49-F238E27FC236}">
                <a16:creationId xmlns:a16="http://schemas.microsoft.com/office/drawing/2014/main" id="{942A38F6-61D9-C6B6-D952-1F8144E2F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84" y="1668787"/>
            <a:ext cx="11249726" cy="4927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EDA4095-A16A-3BE0-0C4A-911E28B707A9}"/>
              </a:ext>
            </a:extLst>
          </p:cNvPr>
          <p:cNvSpPr txBox="1"/>
          <p:nvPr/>
        </p:nvSpPr>
        <p:spPr>
          <a:xfrm>
            <a:off x="611511" y="568644"/>
            <a:ext cx="82330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>
                <a:solidFill>
                  <a:srgbClr val="0070C0"/>
                </a:solidFill>
              </a:rPr>
              <a:t>FastQC Per base sequence content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F6642B-AFA9-5A65-5049-8BDC624E8382}"/>
              </a:ext>
            </a:extLst>
          </p:cNvPr>
          <p:cNvSpPr txBox="1"/>
          <p:nvPr/>
        </p:nvSpPr>
        <p:spPr>
          <a:xfrm>
            <a:off x="8003022" y="1153419"/>
            <a:ext cx="30811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b="1" dirty="0">
                <a:solidFill>
                  <a:srgbClr val="FF0000"/>
                </a:solidFill>
              </a:rPr>
              <a:t>Presence </a:t>
            </a:r>
            <a:r>
              <a:rPr lang="de-DE" sz="2800" b="1" dirty="0" err="1">
                <a:solidFill>
                  <a:srgbClr val="FF0000"/>
                </a:solidFill>
              </a:rPr>
              <a:t>of</a:t>
            </a:r>
            <a:r>
              <a:rPr lang="de-DE" sz="2800" b="1" dirty="0">
                <a:solidFill>
                  <a:srgbClr val="FF0000"/>
                </a:solidFill>
              </a:rPr>
              <a:t> </a:t>
            </a:r>
            <a:r>
              <a:rPr lang="de-DE" sz="2800" b="1" dirty="0" err="1">
                <a:solidFill>
                  <a:srgbClr val="FF0000"/>
                </a:solidFill>
              </a:rPr>
              <a:t>index</a:t>
            </a:r>
            <a:endParaRPr lang="en-GB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0314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943D5E-468F-C6E7-1A6D-B03D77536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76" y="679466"/>
            <a:ext cx="11533397" cy="5711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4566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Quality control: Assessing FASTQC results | Introduction to RNA-Seq using  high-performance computing - ARCHIVED">
            <a:extLst>
              <a:ext uri="{FF2B5EF4-FFF2-40B4-BE49-F238E27FC236}">
                <a16:creationId xmlns:a16="http://schemas.microsoft.com/office/drawing/2014/main" id="{B6F05037-475F-1F58-C4DE-5E7E35731A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3113" y="338138"/>
            <a:ext cx="8105775" cy="6181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675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4D24AC17-CDC0-D8ED-FDA7-C1591D8CD2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5013" y="319088"/>
            <a:ext cx="8181975" cy="6219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1229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C3EDA-221F-AE8A-14D5-9DC0880DF068}"/>
              </a:ext>
            </a:extLst>
          </p:cNvPr>
          <p:cNvSpPr txBox="1"/>
          <p:nvPr/>
        </p:nvSpPr>
        <p:spPr>
          <a:xfrm>
            <a:off x="3048674" y="2726597"/>
            <a:ext cx="60973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https://training.galaxyproject.org/training-material/topics/variant-analysis/tutorials/somatic-variants/tutorial.html</a:t>
            </a:r>
          </a:p>
        </p:txBody>
      </p:sp>
    </p:spTree>
    <p:extLst>
      <p:ext uri="{BB962C8B-B14F-4D97-AF65-F5344CB8AC3E}">
        <p14:creationId xmlns:p14="http://schemas.microsoft.com/office/powerpoint/2010/main" val="8708455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3161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</Words>
  <Application>Microsoft Office PowerPoint</Application>
  <PresentationFormat>Widescreen</PresentationFormat>
  <Paragraphs>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Yassine Kasmi</dc:creator>
  <cp:lastModifiedBy>Yassine Kasmi</cp:lastModifiedBy>
  <cp:revision>1</cp:revision>
  <dcterms:created xsi:type="dcterms:W3CDTF">2026-04-04T18:48:36Z</dcterms:created>
  <dcterms:modified xsi:type="dcterms:W3CDTF">2026-04-05T06:46:21Z</dcterms:modified>
</cp:coreProperties>
</file>